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9"/>
  </p:notesMasterIdLst>
  <p:handoutMasterIdLst>
    <p:handoutMasterId r:id="rId20"/>
  </p:handoutMasterIdLst>
  <p:sldIdLst>
    <p:sldId id="256" r:id="rId5"/>
    <p:sldId id="275" r:id="rId6"/>
    <p:sldId id="259" r:id="rId7"/>
    <p:sldId id="274" r:id="rId8"/>
    <p:sldId id="258" r:id="rId9"/>
    <p:sldId id="267" r:id="rId10"/>
    <p:sldId id="268" r:id="rId11"/>
    <p:sldId id="269" r:id="rId12"/>
    <p:sldId id="270" r:id="rId13"/>
    <p:sldId id="271" r:id="rId14"/>
    <p:sldId id="272" r:id="rId15"/>
    <p:sldId id="261" r:id="rId16"/>
    <p:sldId id="273" r:id="rId17"/>
    <p:sldId id="265" r:id="rId1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1E4"/>
    <a:srgbClr val="B8D3E8"/>
    <a:srgbClr val="197DCE"/>
    <a:srgbClr val="BC7FBB"/>
    <a:srgbClr val="7FC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291" autoAdjust="0"/>
  </p:normalViewPr>
  <p:slideViewPr>
    <p:cSldViewPr snapToGrid="0" showGuides="1">
      <p:cViewPr varScale="1">
        <p:scale>
          <a:sx n="95" d="100"/>
          <a:sy n="95" d="100"/>
        </p:scale>
        <p:origin x="67" y="322"/>
      </p:cViewPr>
      <p:guideLst>
        <p:guide pos="3840"/>
        <p:guide orient="horz" pos="2160"/>
      </p:guideLst>
    </p:cSldViewPr>
  </p:slideViewPr>
  <p:notesTextViewPr>
    <p:cViewPr>
      <p:scale>
        <a:sx n="1" d="1"/>
        <a:sy n="1" d="1"/>
      </p:scale>
      <p:origin x="0" y="0"/>
    </p:cViewPr>
  </p:notesTextViewPr>
  <p:notesViewPr>
    <p:cSldViewPr snapToGrid="0" showGuides="1">
      <p:cViewPr varScale="1">
        <p:scale>
          <a:sx n="99" d="100"/>
          <a:sy n="99" d="100"/>
        </p:scale>
        <p:origin x="4416"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9FB0DB-6E14-4D38-930B-E188F6E13C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dirty="0"/>
          </a:p>
        </p:txBody>
      </p:sp>
      <p:sp>
        <p:nvSpPr>
          <p:cNvPr id="3" name="Date Placeholder 2">
            <a:extLst>
              <a:ext uri="{FF2B5EF4-FFF2-40B4-BE49-F238E27FC236}">
                <a16:creationId xmlns:a16="http://schemas.microsoft.com/office/drawing/2014/main" id="{F6DB5971-2675-487B-9E88-02DB3F19D0B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E88B8F3-31C2-4698-B74C-D5D76CFD8ACD}" type="datetimeFigureOut">
              <a:rPr lang="ru-RU" smtClean="0"/>
              <a:t>26.05.2026</a:t>
            </a:fld>
            <a:endParaRPr lang="ru-RU" dirty="0"/>
          </a:p>
        </p:txBody>
      </p:sp>
      <p:sp>
        <p:nvSpPr>
          <p:cNvPr id="4" name="Footer Placeholder 3">
            <a:extLst>
              <a:ext uri="{FF2B5EF4-FFF2-40B4-BE49-F238E27FC236}">
                <a16:creationId xmlns:a16="http://schemas.microsoft.com/office/drawing/2014/main" id="{D98F2125-3128-41A1-8437-EB29536F4DF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dirty="0"/>
          </a:p>
        </p:txBody>
      </p:sp>
      <p:sp>
        <p:nvSpPr>
          <p:cNvPr id="5" name="Slide Number Placeholder 4">
            <a:extLst>
              <a:ext uri="{FF2B5EF4-FFF2-40B4-BE49-F238E27FC236}">
                <a16:creationId xmlns:a16="http://schemas.microsoft.com/office/drawing/2014/main" id="{4663736B-7E4B-4A53-8310-E0970E67F8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4B18F8-B739-4178-8D2D-879F4A27DC29}" type="slidenum">
              <a:rPr lang="ru-RU" smtClean="0"/>
              <a:t>‹#›</a:t>
            </a:fld>
            <a:endParaRPr lang="ru-RU" dirty="0"/>
          </a:p>
        </p:txBody>
      </p:sp>
    </p:spTree>
    <p:extLst>
      <p:ext uri="{BB962C8B-B14F-4D97-AF65-F5344CB8AC3E}">
        <p14:creationId xmlns:p14="http://schemas.microsoft.com/office/powerpoint/2010/main" val="2492907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ru-RU" smtClean="0"/>
              <a:t>26.05.2026</a:t>
            </a:fld>
            <a:endParaRPr lang="ru-R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ru-RU" smtClean="0"/>
              <a:t>‹#›</a:t>
            </a:fld>
            <a:endParaRPr lang="ru-RU" dirty="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5230445E-A660-448A-B4DC-782AD0E5DA6F}"/>
              </a:ext>
            </a:extLst>
          </p:cNvPr>
          <p:cNvSpPr>
            <a:spLocks noGrp="1"/>
          </p:cNvSpPr>
          <p:nvPr>
            <p:ph type="pic" sz="quarter" idx="22"/>
          </p:nvPr>
        </p:nvSpPr>
        <p:spPr>
          <a:xfrm>
            <a:off x="3033191" y="0"/>
            <a:ext cx="9155634" cy="6858000"/>
          </a:xfrm>
          <a:custGeom>
            <a:avLst/>
            <a:gdLst>
              <a:gd name="connsiteX0" fmla="*/ 6450330 w 8969375"/>
              <a:gd name="connsiteY0" fmla="*/ 3511550 h 6858000"/>
              <a:gd name="connsiteX1" fmla="*/ 8969375 w 8969375"/>
              <a:gd name="connsiteY1" fmla="*/ 3511550 h 6858000"/>
              <a:gd name="connsiteX2" fmla="*/ 8969375 w 8969375"/>
              <a:gd name="connsiteY2" fmla="*/ 6858000 h 6858000"/>
              <a:gd name="connsiteX3" fmla="*/ 5010150 w 8969375"/>
              <a:gd name="connsiteY3" fmla="*/ 6858000 h 6858000"/>
              <a:gd name="connsiteX4" fmla="*/ 1915160 w 8969375"/>
              <a:gd name="connsiteY4" fmla="*/ 3511550 h 6858000"/>
              <a:gd name="connsiteX5" fmla="*/ 3404870 w 8969375"/>
              <a:gd name="connsiteY5" fmla="*/ 3511550 h 6858000"/>
              <a:gd name="connsiteX6" fmla="*/ 1964690 w 8969375"/>
              <a:gd name="connsiteY6" fmla="*/ 6858000 h 6858000"/>
              <a:gd name="connsiteX7" fmla="*/ 474980 w 8969375"/>
              <a:gd name="connsiteY7" fmla="*/ 6858000 h 6858000"/>
              <a:gd name="connsiteX8" fmla="*/ 7961630 w 8969375"/>
              <a:gd name="connsiteY8" fmla="*/ 0 h 6858000"/>
              <a:gd name="connsiteX9" fmla="*/ 8969375 w 8969375"/>
              <a:gd name="connsiteY9" fmla="*/ 0 h 6858000"/>
              <a:gd name="connsiteX10" fmla="*/ 8969375 w 8969375"/>
              <a:gd name="connsiteY10" fmla="*/ 3346450 h 6858000"/>
              <a:gd name="connsiteX11" fmla="*/ 6521450 w 8969375"/>
              <a:gd name="connsiteY11" fmla="*/ 3346450 h 6858000"/>
              <a:gd name="connsiteX12" fmla="*/ 5163820 w 8969375"/>
              <a:gd name="connsiteY12" fmla="*/ 0 h 6858000"/>
              <a:gd name="connsiteX13" fmla="*/ 7726680 w 8969375"/>
              <a:gd name="connsiteY13" fmla="*/ 0 h 6858000"/>
              <a:gd name="connsiteX14" fmla="*/ 4775200 w 8969375"/>
              <a:gd name="connsiteY14" fmla="*/ 6858000 h 6858000"/>
              <a:gd name="connsiteX15" fmla="*/ 2213610 w 8969375"/>
              <a:gd name="connsiteY15" fmla="*/ 6858000 h 6858000"/>
              <a:gd name="connsiteX16" fmla="*/ 3426460 w 8969375"/>
              <a:gd name="connsiteY16" fmla="*/ 0 h 6858000"/>
              <a:gd name="connsiteX17" fmla="*/ 4916170 w 8969375"/>
              <a:gd name="connsiteY17" fmla="*/ 0 h 6858000"/>
              <a:gd name="connsiteX18" fmla="*/ 3475990 w 8969375"/>
              <a:gd name="connsiteY18" fmla="*/ 3346450 h 6858000"/>
              <a:gd name="connsiteX19" fmla="*/ 1986280 w 8969375"/>
              <a:gd name="connsiteY19" fmla="*/ 3346450 h 6858000"/>
              <a:gd name="connsiteX20" fmla="*/ 0 w 8969375"/>
              <a:gd name="connsiteY20" fmla="*/ 0 h 6858000"/>
              <a:gd name="connsiteX21" fmla="*/ 3195320 w 8969375"/>
              <a:gd name="connsiteY21" fmla="*/ 0 h 6858000"/>
              <a:gd name="connsiteX22" fmla="*/ 243840 w 8969375"/>
              <a:gd name="connsiteY22" fmla="*/ 6858000 h 6858000"/>
              <a:gd name="connsiteX23" fmla="*/ 0 w 8969375"/>
              <a:gd name="connsiteY23" fmla="*/ 6858000 h 6858000"/>
              <a:gd name="connsiteX0" fmla="*/ 6604567 w 9123612"/>
              <a:gd name="connsiteY0" fmla="*/ 3511550 h 6858000"/>
              <a:gd name="connsiteX1" fmla="*/ 9123612 w 9123612"/>
              <a:gd name="connsiteY1" fmla="*/ 3511550 h 6858000"/>
              <a:gd name="connsiteX2" fmla="*/ 9123612 w 9123612"/>
              <a:gd name="connsiteY2" fmla="*/ 6858000 h 6858000"/>
              <a:gd name="connsiteX3" fmla="*/ 5164387 w 9123612"/>
              <a:gd name="connsiteY3" fmla="*/ 6858000 h 6858000"/>
              <a:gd name="connsiteX4" fmla="*/ 6604567 w 9123612"/>
              <a:gd name="connsiteY4" fmla="*/ 3511550 h 6858000"/>
              <a:gd name="connsiteX5" fmla="*/ 2069397 w 9123612"/>
              <a:gd name="connsiteY5" fmla="*/ 3511550 h 6858000"/>
              <a:gd name="connsiteX6" fmla="*/ 3559107 w 9123612"/>
              <a:gd name="connsiteY6" fmla="*/ 3511550 h 6858000"/>
              <a:gd name="connsiteX7" fmla="*/ 2118927 w 9123612"/>
              <a:gd name="connsiteY7" fmla="*/ 6858000 h 6858000"/>
              <a:gd name="connsiteX8" fmla="*/ 629217 w 9123612"/>
              <a:gd name="connsiteY8" fmla="*/ 6858000 h 6858000"/>
              <a:gd name="connsiteX9" fmla="*/ 2069397 w 9123612"/>
              <a:gd name="connsiteY9" fmla="*/ 3511550 h 6858000"/>
              <a:gd name="connsiteX10" fmla="*/ 8115867 w 9123612"/>
              <a:gd name="connsiteY10" fmla="*/ 0 h 6858000"/>
              <a:gd name="connsiteX11" fmla="*/ 9123612 w 9123612"/>
              <a:gd name="connsiteY11" fmla="*/ 0 h 6858000"/>
              <a:gd name="connsiteX12" fmla="*/ 9123612 w 9123612"/>
              <a:gd name="connsiteY12" fmla="*/ 3346450 h 6858000"/>
              <a:gd name="connsiteX13" fmla="*/ 6675687 w 9123612"/>
              <a:gd name="connsiteY13" fmla="*/ 3346450 h 6858000"/>
              <a:gd name="connsiteX14" fmla="*/ 8115867 w 9123612"/>
              <a:gd name="connsiteY14" fmla="*/ 0 h 6858000"/>
              <a:gd name="connsiteX15" fmla="*/ 5318057 w 9123612"/>
              <a:gd name="connsiteY15" fmla="*/ 0 h 6858000"/>
              <a:gd name="connsiteX16" fmla="*/ 7880917 w 9123612"/>
              <a:gd name="connsiteY16" fmla="*/ 0 h 6858000"/>
              <a:gd name="connsiteX17" fmla="*/ 4929437 w 9123612"/>
              <a:gd name="connsiteY17" fmla="*/ 6858000 h 6858000"/>
              <a:gd name="connsiteX18" fmla="*/ 2367847 w 9123612"/>
              <a:gd name="connsiteY18" fmla="*/ 6858000 h 6858000"/>
              <a:gd name="connsiteX19" fmla="*/ 5318057 w 9123612"/>
              <a:gd name="connsiteY19" fmla="*/ 0 h 6858000"/>
              <a:gd name="connsiteX20" fmla="*/ 3580697 w 9123612"/>
              <a:gd name="connsiteY20" fmla="*/ 0 h 6858000"/>
              <a:gd name="connsiteX21" fmla="*/ 5070407 w 9123612"/>
              <a:gd name="connsiteY21" fmla="*/ 0 h 6858000"/>
              <a:gd name="connsiteX22" fmla="*/ 3630227 w 9123612"/>
              <a:gd name="connsiteY22" fmla="*/ 3346450 h 6858000"/>
              <a:gd name="connsiteX23" fmla="*/ 2140517 w 9123612"/>
              <a:gd name="connsiteY23" fmla="*/ 3346450 h 6858000"/>
              <a:gd name="connsiteX24" fmla="*/ 3580697 w 9123612"/>
              <a:gd name="connsiteY24" fmla="*/ 0 h 6858000"/>
              <a:gd name="connsiteX25" fmla="*/ 154237 w 9123612"/>
              <a:gd name="connsiteY25" fmla="*/ 0 h 6858000"/>
              <a:gd name="connsiteX26" fmla="*/ 3349557 w 9123612"/>
              <a:gd name="connsiteY26" fmla="*/ 0 h 6858000"/>
              <a:gd name="connsiteX27" fmla="*/ 398077 w 9123612"/>
              <a:gd name="connsiteY27" fmla="*/ 6858000 h 6858000"/>
              <a:gd name="connsiteX28" fmla="*/ 0 w 9123612"/>
              <a:gd name="connsiteY28" fmla="*/ 6858000 h 6858000"/>
              <a:gd name="connsiteX29" fmla="*/ 154237 w 9123612"/>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18625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186259 w 9155634"/>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054197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054197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54365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54365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54365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54365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4724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47249 w 9155634"/>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4724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47249 w 9155634"/>
              <a:gd name="connsiteY2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155634" h="6858000">
                <a:moveTo>
                  <a:pt x="6636589" y="3511550"/>
                </a:moveTo>
                <a:lnTo>
                  <a:pt x="9155634" y="3511550"/>
                </a:lnTo>
                <a:lnTo>
                  <a:pt x="9155634" y="6858000"/>
                </a:lnTo>
                <a:lnTo>
                  <a:pt x="5196409" y="6858000"/>
                </a:lnTo>
                <a:lnTo>
                  <a:pt x="6636589" y="3511550"/>
                </a:lnTo>
                <a:close/>
                <a:moveTo>
                  <a:pt x="2101419" y="3511550"/>
                </a:moveTo>
                <a:lnTo>
                  <a:pt x="3591129" y="3511550"/>
                </a:lnTo>
                <a:lnTo>
                  <a:pt x="2150949" y="6858000"/>
                </a:lnTo>
                <a:lnTo>
                  <a:pt x="661239" y="6858000"/>
                </a:lnTo>
                <a:lnTo>
                  <a:pt x="2101419" y="3511550"/>
                </a:lnTo>
                <a:close/>
                <a:moveTo>
                  <a:pt x="8147889" y="0"/>
                </a:moveTo>
                <a:lnTo>
                  <a:pt x="9155634" y="0"/>
                </a:lnTo>
                <a:lnTo>
                  <a:pt x="9155634" y="3346450"/>
                </a:lnTo>
                <a:lnTo>
                  <a:pt x="6707709" y="3346450"/>
                </a:lnTo>
                <a:lnTo>
                  <a:pt x="8147889" y="0"/>
                </a:lnTo>
                <a:close/>
                <a:moveTo>
                  <a:pt x="5350079" y="0"/>
                </a:moveTo>
                <a:lnTo>
                  <a:pt x="7912939" y="0"/>
                </a:lnTo>
                <a:lnTo>
                  <a:pt x="4961459" y="6858000"/>
                </a:lnTo>
                <a:lnTo>
                  <a:pt x="2399869" y="6858000"/>
                </a:lnTo>
                <a:lnTo>
                  <a:pt x="5350079" y="0"/>
                </a:lnTo>
                <a:close/>
                <a:moveTo>
                  <a:pt x="3612719" y="0"/>
                </a:moveTo>
                <a:lnTo>
                  <a:pt x="5102429" y="0"/>
                </a:lnTo>
                <a:lnTo>
                  <a:pt x="3662249" y="3346450"/>
                </a:lnTo>
                <a:lnTo>
                  <a:pt x="2172539" y="3346450"/>
                </a:lnTo>
                <a:lnTo>
                  <a:pt x="3612719" y="0"/>
                </a:lnTo>
                <a:close/>
                <a:moveTo>
                  <a:pt x="2947249" y="0"/>
                </a:moveTo>
                <a:lnTo>
                  <a:pt x="3381579" y="0"/>
                </a:lnTo>
                <a:lnTo>
                  <a:pt x="430099" y="6858000"/>
                </a:lnTo>
                <a:lnTo>
                  <a:pt x="0" y="6858000"/>
                </a:lnTo>
                <a:lnTo>
                  <a:pt x="2947249" y="0"/>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22" name="Graphic 19">
            <a:extLst>
              <a:ext uri="{FF2B5EF4-FFF2-40B4-BE49-F238E27FC236}">
                <a16:creationId xmlns:a16="http://schemas.microsoft.com/office/drawing/2014/main" id="{A6B740BD-8499-412C-AE4E-A4AD7F73100E}"/>
              </a:ext>
            </a:extLst>
          </p:cNvPr>
          <p:cNvSpPr/>
          <p:nvPr/>
        </p:nvSpPr>
        <p:spPr>
          <a:xfrm>
            <a:off x="-10852" y="3369468"/>
            <a:ext cx="3722400" cy="144000"/>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6" name="Title 1">
            <a:extLst>
              <a:ext uri="{FF2B5EF4-FFF2-40B4-BE49-F238E27FC236}">
                <a16:creationId xmlns:a16="http://schemas.microsoft.com/office/drawing/2014/main" id="{310DFD8C-544F-465B-8315-8B3AA8B95790}"/>
              </a:ext>
            </a:extLst>
          </p:cNvPr>
          <p:cNvSpPr>
            <a:spLocks noGrp="1"/>
          </p:cNvSpPr>
          <p:nvPr>
            <p:ph type="title" hasCustomPrompt="1"/>
          </p:nvPr>
        </p:nvSpPr>
        <p:spPr>
          <a:xfrm>
            <a:off x="770021" y="1096344"/>
            <a:ext cx="10510754" cy="2281355"/>
          </a:xfrm>
        </p:spPr>
        <p:txBody>
          <a:bodyPr>
            <a:noAutofit/>
          </a:bodyPr>
          <a:lstStyle>
            <a:lvl1pPr algn="l">
              <a:defRPr sz="7000" b="1">
                <a:solidFill>
                  <a:schemeClr val="bg1"/>
                </a:solidFill>
              </a:defRPr>
            </a:lvl1pPr>
          </a:lstStyle>
          <a:p>
            <a:r>
              <a:rPr lang="en-US" dirty="0"/>
              <a:t>PRESENTATION</a:t>
            </a:r>
            <a:r>
              <a:rPr lang="ru-RU" dirty="0"/>
              <a:t/>
            </a:r>
            <a:br>
              <a:rPr lang="ru-RU" dirty="0"/>
            </a:br>
            <a:r>
              <a:rPr lang="en-US" dirty="0"/>
              <a:t>TITLE</a:t>
            </a:r>
            <a:endParaRPr lang="ru-RU" dirty="0"/>
          </a:p>
        </p:txBody>
      </p:sp>
      <p:sp>
        <p:nvSpPr>
          <p:cNvPr id="27" name="Text Placeholder 14">
            <a:extLst>
              <a:ext uri="{FF2B5EF4-FFF2-40B4-BE49-F238E27FC236}">
                <a16:creationId xmlns:a16="http://schemas.microsoft.com/office/drawing/2014/main" id="{A4843534-A750-4D01-BC62-26CD9AEA6AE0}"/>
              </a:ext>
            </a:extLst>
          </p:cNvPr>
          <p:cNvSpPr>
            <a:spLocks noGrp="1"/>
          </p:cNvSpPr>
          <p:nvPr>
            <p:ph type="body" sz="quarter" idx="13" hasCustomPrompt="1"/>
          </p:nvPr>
        </p:nvSpPr>
        <p:spPr>
          <a:xfrm>
            <a:off x="770021" y="3773554"/>
            <a:ext cx="10090287" cy="1101897"/>
          </a:xfrm>
        </p:spPr>
        <p:txBody>
          <a:bodyPr>
            <a:noAutofit/>
          </a:bodyPr>
          <a:lstStyle>
            <a:lvl1pPr marL="0" indent="0" algn="l">
              <a:buNone/>
              <a:defRPr sz="3500" b="0" i="0">
                <a:solidFill>
                  <a:schemeClr val="tx2"/>
                </a:solidFill>
              </a:defRPr>
            </a:lvl1pPr>
          </a:lstStyle>
          <a:p>
            <a:pPr lvl="0"/>
            <a:r>
              <a:rPr lang="en-US" dirty="0"/>
              <a:t>Presentation</a:t>
            </a:r>
            <a:br>
              <a:rPr lang="en-US" dirty="0"/>
            </a:br>
            <a:r>
              <a:rPr lang="en-US" dirty="0"/>
              <a:t>Tagline</a:t>
            </a:r>
          </a:p>
        </p:txBody>
      </p:sp>
      <p:sp>
        <p:nvSpPr>
          <p:cNvPr id="29" name="Text Placeholder 26">
            <a:extLst>
              <a:ext uri="{FF2B5EF4-FFF2-40B4-BE49-F238E27FC236}">
                <a16:creationId xmlns:a16="http://schemas.microsoft.com/office/drawing/2014/main" id="{F8E7B25A-0A4A-430B-903E-76193E2954A1}"/>
              </a:ext>
            </a:extLst>
          </p:cNvPr>
          <p:cNvSpPr>
            <a:spLocks noGrp="1"/>
          </p:cNvSpPr>
          <p:nvPr>
            <p:ph type="body" sz="quarter" idx="21" hasCustomPrompt="1"/>
          </p:nvPr>
        </p:nvSpPr>
        <p:spPr>
          <a:xfrm>
            <a:off x="770021" y="5451784"/>
            <a:ext cx="4367531" cy="324417"/>
          </a:xfrm>
        </p:spPr>
        <p:txBody>
          <a:bodyPr>
            <a:noAutofit/>
          </a:bodyPr>
          <a:lstStyle>
            <a:lvl1pPr marL="0" indent="0" algn="l">
              <a:buNone/>
              <a:defRPr sz="2200" b="1"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20XX</a:t>
            </a:r>
          </a:p>
        </p:txBody>
      </p:sp>
      <p:sp>
        <p:nvSpPr>
          <p:cNvPr id="30" name="Text Placeholder 26">
            <a:extLst>
              <a:ext uri="{FF2B5EF4-FFF2-40B4-BE49-F238E27FC236}">
                <a16:creationId xmlns:a16="http://schemas.microsoft.com/office/drawing/2014/main" id="{B88F3A2A-BD60-4F82-8064-8B157AF4DDC2}"/>
              </a:ext>
            </a:extLst>
          </p:cNvPr>
          <p:cNvSpPr>
            <a:spLocks noGrp="1"/>
          </p:cNvSpPr>
          <p:nvPr>
            <p:ph type="body" sz="quarter" idx="20" hasCustomPrompt="1"/>
          </p:nvPr>
        </p:nvSpPr>
        <p:spPr>
          <a:xfrm>
            <a:off x="770021" y="5105536"/>
            <a:ext cx="4367531" cy="324417"/>
          </a:xfrm>
        </p:spPr>
        <p:txBody>
          <a:bodyPr>
            <a:noAutofit/>
          </a:bodyPr>
          <a:lstStyle>
            <a:lvl1pPr marL="0" indent="0" algn="l">
              <a:buNone/>
              <a:defRPr sz="22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Month</a:t>
            </a:r>
          </a:p>
        </p:txBody>
      </p:sp>
    </p:spTree>
    <p:extLst>
      <p:ext uri="{BB962C8B-B14F-4D97-AF65-F5344CB8AC3E}">
        <p14:creationId xmlns:p14="http://schemas.microsoft.com/office/powerpoint/2010/main" val="3768363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61FE90B3-361E-4150-BE53-368ADEA27D72}"/>
              </a:ext>
            </a:extLst>
          </p:cNvPr>
          <p:cNvSpPr>
            <a:spLocks noGrp="1"/>
          </p:cNvSpPr>
          <p:nvPr>
            <p:ph type="pic" sz="quarter" idx="14"/>
          </p:nvPr>
        </p:nvSpPr>
        <p:spPr>
          <a:xfrm>
            <a:off x="-1" y="130966"/>
            <a:ext cx="12192000" cy="6602574"/>
          </a:xfrm>
          <a:custGeom>
            <a:avLst/>
            <a:gdLst>
              <a:gd name="connsiteX0" fmla="*/ 5864259 w 12192000"/>
              <a:gd name="connsiteY0" fmla="*/ 2895444 h 6602574"/>
              <a:gd name="connsiteX1" fmla="*/ 5864259 w 12192000"/>
              <a:gd name="connsiteY1" fmla="*/ 5383374 h 6602574"/>
              <a:gd name="connsiteX2" fmla="*/ 0 w 12192000"/>
              <a:gd name="connsiteY2" fmla="*/ 6602574 h 6602574"/>
              <a:gd name="connsiteX3" fmla="*/ 0 w 12192000"/>
              <a:gd name="connsiteY3" fmla="*/ 4114644 h 6602574"/>
              <a:gd name="connsiteX4" fmla="*/ 12192000 w 12192000"/>
              <a:gd name="connsiteY4" fmla="*/ 2726690 h 6602574"/>
              <a:gd name="connsiteX5" fmla="*/ 12192000 w 12192000"/>
              <a:gd name="connsiteY5" fmla="*/ 5214620 h 6602574"/>
              <a:gd name="connsiteX6" fmla="*/ 6104805 w 12192000"/>
              <a:gd name="connsiteY6" fmla="*/ 6470494 h 6602574"/>
              <a:gd name="connsiteX7" fmla="*/ 6104805 w 12192000"/>
              <a:gd name="connsiteY7" fmla="*/ 3982564 h 6602574"/>
              <a:gd name="connsiteX8" fmla="*/ 12192000 w 12192000"/>
              <a:gd name="connsiteY8" fmla="*/ 0 h 6602574"/>
              <a:gd name="connsiteX9" fmla="*/ 12192000 w 12192000"/>
              <a:gd name="connsiteY9" fmla="*/ 2487923 h 6602574"/>
              <a:gd name="connsiteX10" fmla="*/ 6104805 w 12192000"/>
              <a:gd name="connsiteY10" fmla="*/ 3742534 h 6602574"/>
              <a:gd name="connsiteX11" fmla="*/ 6104805 w 12192000"/>
              <a:gd name="connsiteY11" fmla="*/ 1255874 h 660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602574">
                <a:moveTo>
                  <a:pt x="5864259" y="2895444"/>
                </a:moveTo>
                <a:lnTo>
                  <a:pt x="5864259" y="5383374"/>
                </a:lnTo>
                <a:lnTo>
                  <a:pt x="0" y="6602574"/>
                </a:lnTo>
                <a:lnTo>
                  <a:pt x="0" y="4114644"/>
                </a:lnTo>
                <a:close/>
                <a:moveTo>
                  <a:pt x="12192000" y="2726690"/>
                </a:moveTo>
                <a:lnTo>
                  <a:pt x="12192000" y="5214620"/>
                </a:lnTo>
                <a:lnTo>
                  <a:pt x="6104805" y="6470494"/>
                </a:lnTo>
                <a:lnTo>
                  <a:pt x="6104805" y="3982564"/>
                </a:lnTo>
                <a:close/>
                <a:moveTo>
                  <a:pt x="12192000" y="0"/>
                </a:moveTo>
                <a:lnTo>
                  <a:pt x="12192000" y="2487923"/>
                </a:lnTo>
                <a:lnTo>
                  <a:pt x="6104805" y="3742534"/>
                </a:lnTo>
                <a:lnTo>
                  <a:pt x="6104805" y="1255874"/>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777240" y="1033272"/>
            <a:ext cx="5056083" cy="782638"/>
          </a:xfrm>
        </p:spPr>
        <p:txBody>
          <a:bodyPr>
            <a:normAutofit/>
          </a:bodyPr>
          <a:lstStyle>
            <a:lvl1pPr algn="l">
              <a:defRPr sz="4000" b="1">
                <a:solidFill>
                  <a:schemeClr val="bg1"/>
                </a:solidFill>
              </a:defRPr>
            </a:lvl1pPr>
          </a:lstStyle>
          <a:p>
            <a:r>
              <a:rPr lang="en-US" dirty="0"/>
              <a:t>DIVIDER SLIDE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5" name="Graphic 4">
            <a:extLst>
              <a:ext uri="{FF2B5EF4-FFF2-40B4-BE49-F238E27FC236}">
                <a16:creationId xmlns:a16="http://schemas.microsoft.com/office/drawing/2014/main" id="{2095D1D4-8CA3-4CA3-825D-088EDB51A8AE}"/>
              </a:ext>
            </a:extLst>
          </p:cNvPr>
          <p:cNvSpPr/>
          <p:nvPr/>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7" name="Graphic 15">
            <a:extLst>
              <a:ext uri="{FF2B5EF4-FFF2-40B4-BE49-F238E27FC236}">
                <a16:creationId xmlns:a16="http://schemas.microsoft.com/office/drawing/2014/main" id="{2DB5E70B-ECC9-4800-9DC0-5897EF3F16AB}"/>
              </a:ext>
            </a:extLst>
          </p:cNvPr>
          <p:cNvSpPr/>
          <p:nvPr/>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1" name="Text Placeholder 17">
            <a:extLst>
              <a:ext uri="{FF2B5EF4-FFF2-40B4-BE49-F238E27FC236}">
                <a16:creationId xmlns:a16="http://schemas.microsoft.com/office/drawing/2014/main" id="{18AF4189-33DF-9B46-9624-C722FCE07DB4}"/>
              </a:ext>
            </a:extLst>
          </p:cNvPr>
          <p:cNvSpPr>
            <a:spLocks noGrp="1"/>
          </p:cNvSpPr>
          <p:nvPr>
            <p:ph type="body" sz="quarter" idx="13" hasCustomPrompt="1"/>
          </p:nvPr>
        </p:nvSpPr>
        <p:spPr>
          <a:xfrm>
            <a:off x="774032" y="2225392"/>
            <a:ext cx="4421856" cy="749047"/>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Tree>
    <p:extLst>
      <p:ext uri="{BB962C8B-B14F-4D97-AF65-F5344CB8AC3E}">
        <p14:creationId xmlns:p14="http://schemas.microsoft.com/office/powerpoint/2010/main" val="3823477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9D8367A5-C050-47FB-A1BD-54CD13DE3A0F}"/>
              </a:ext>
            </a:extLst>
          </p:cNvPr>
          <p:cNvSpPr>
            <a:spLocks noGrp="1"/>
          </p:cNvSpPr>
          <p:nvPr>
            <p:ph type="pic" sz="quarter" idx="16"/>
          </p:nvPr>
        </p:nvSpPr>
        <p:spPr>
          <a:xfrm>
            <a:off x="5519738" y="0"/>
            <a:ext cx="6103621" cy="6858000"/>
          </a:xfrm>
          <a:custGeom>
            <a:avLst/>
            <a:gdLst>
              <a:gd name="connsiteX0" fmla="*/ 3914141 w 6103621"/>
              <a:gd name="connsiteY0" fmla="*/ 914400 h 6858000"/>
              <a:gd name="connsiteX1" fmla="*/ 6103621 w 6103621"/>
              <a:gd name="connsiteY1" fmla="*/ 914400 h 6858000"/>
              <a:gd name="connsiteX2" fmla="*/ 4339591 w 6103621"/>
              <a:gd name="connsiteY2" fmla="*/ 6858000 h 6858000"/>
              <a:gd name="connsiteX3" fmla="*/ 2150112 w 6103621"/>
              <a:gd name="connsiteY3" fmla="*/ 6858000 h 6858000"/>
              <a:gd name="connsiteX4" fmla="*/ 1769111 w 6103621"/>
              <a:gd name="connsiteY4" fmla="*/ 0 h 6858000"/>
              <a:gd name="connsiteX5" fmla="*/ 3958591 w 6103621"/>
              <a:gd name="connsiteY5" fmla="*/ 0 h 6858000"/>
              <a:gd name="connsiteX6" fmla="*/ 2189480 w 6103621"/>
              <a:gd name="connsiteY6" fmla="*/ 5943601 h 6858000"/>
              <a:gd name="connsiteX7" fmla="*/ 0 w 6103621"/>
              <a:gd name="connsiteY7" fmla="*/ 594360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3621" h="6858000">
                <a:moveTo>
                  <a:pt x="3914141" y="914400"/>
                </a:moveTo>
                <a:lnTo>
                  <a:pt x="6103621" y="914400"/>
                </a:lnTo>
                <a:lnTo>
                  <a:pt x="4339591" y="6858000"/>
                </a:lnTo>
                <a:lnTo>
                  <a:pt x="2150112" y="6858000"/>
                </a:lnTo>
                <a:close/>
                <a:moveTo>
                  <a:pt x="1769111" y="0"/>
                </a:moveTo>
                <a:lnTo>
                  <a:pt x="3958591" y="0"/>
                </a:lnTo>
                <a:lnTo>
                  <a:pt x="2189480" y="5943601"/>
                </a:lnTo>
                <a:lnTo>
                  <a:pt x="0" y="5943601"/>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ext Placeholder 14">
            <a:extLst>
              <a:ext uri="{FF2B5EF4-FFF2-40B4-BE49-F238E27FC236}">
                <a16:creationId xmlns:a16="http://schemas.microsoft.com/office/drawing/2014/main" id="{302F0820-F94A-40EF-B3BE-26CD0CB55173}"/>
              </a:ext>
            </a:extLst>
          </p:cNvPr>
          <p:cNvSpPr>
            <a:spLocks noGrp="1"/>
          </p:cNvSpPr>
          <p:nvPr>
            <p:ph type="body" sz="quarter" idx="15"/>
          </p:nvPr>
        </p:nvSpPr>
        <p:spPr>
          <a:xfrm>
            <a:off x="774032" y="3074529"/>
            <a:ext cx="4421856" cy="2588637"/>
          </a:xfrm>
        </p:spPr>
        <p:txBody>
          <a:bodyPr lIns="0">
            <a:normAutofit/>
          </a:bodyPr>
          <a:lstStyle>
            <a:lvl1pPr marL="180000" indent="-180000">
              <a:spcBef>
                <a:spcPts val="600"/>
              </a:spcBef>
              <a:buClr>
                <a:schemeClr val="bg2"/>
              </a:buClr>
              <a:buFont typeface="Wingdings" panose="05000000000000000000" pitchFamily="2" charset="2"/>
              <a:buChar char="§"/>
              <a:defRPr sz="1400" b="0" i="0">
                <a:solidFill>
                  <a:schemeClr val="bg1">
                    <a:lumMod val="75000"/>
                  </a:schemeClr>
                </a:solidFill>
              </a:defRPr>
            </a:lvl1pPr>
          </a:lstStyle>
          <a:p>
            <a:pPr lvl="0"/>
            <a:r>
              <a:rPr lang="en-US" smtClean="0"/>
              <a:t>Edit Master text styles</a:t>
            </a:r>
          </a:p>
        </p:txBody>
      </p:sp>
      <p:sp>
        <p:nvSpPr>
          <p:cNvPr id="21" name="Title 1">
            <a:extLst>
              <a:ext uri="{FF2B5EF4-FFF2-40B4-BE49-F238E27FC236}">
                <a16:creationId xmlns:a16="http://schemas.microsoft.com/office/drawing/2014/main" id="{33528AEE-54AB-4366-9576-BBA1CE5F3A54}"/>
              </a:ext>
            </a:extLst>
          </p:cNvPr>
          <p:cNvSpPr>
            <a:spLocks noGrp="1"/>
          </p:cNvSpPr>
          <p:nvPr>
            <p:ph type="title" hasCustomPrompt="1"/>
          </p:nvPr>
        </p:nvSpPr>
        <p:spPr>
          <a:xfrm>
            <a:off x="774032" y="1032746"/>
            <a:ext cx="5056083" cy="782638"/>
          </a:xfrm>
        </p:spPr>
        <p:txBody>
          <a:bodyPr>
            <a:normAutofit/>
          </a:bodyPr>
          <a:lstStyle>
            <a:lvl1pPr algn="l">
              <a:defRPr sz="4000" b="1">
                <a:solidFill>
                  <a:schemeClr val="bg1"/>
                </a:solidFill>
              </a:defRPr>
            </a:lvl1pPr>
          </a:lstStyle>
          <a:p>
            <a:r>
              <a:rPr lang="en-US" dirty="0"/>
              <a:t>TEXT LAYOUT 1</a:t>
            </a:r>
            <a:endParaRPr lang="ru-RU" dirty="0"/>
          </a:p>
        </p:txBody>
      </p:sp>
      <p:sp>
        <p:nvSpPr>
          <p:cNvPr id="22" name="Text Placeholder 17">
            <a:extLst>
              <a:ext uri="{FF2B5EF4-FFF2-40B4-BE49-F238E27FC236}">
                <a16:creationId xmlns:a16="http://schemas.microsoft.com/office/drawing/2014/main" id="{A1867536-E941-4FED-8B68-2609143C2A78}"/>
              </a:ext>
            </a:extLst>
          </p:cNvPr>
          <p:cNvSpPr>
            <a:spLocks noGrp="1"/>
          </p:cNvSpPr>
          <p:nvPr>
            <p:ph type="body" sz="quarter" idx="13" hasCustomPrompt="1"/>
          </p:nvPr>
        </p:nvSpPr>
        <p:spPr>
          <a:xfrm>
            <a:off x="774032" y="2225392"/>
            <a:ext cx="4421856" cy="749047"/>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26" name="Graphic 4">
            <a:extLst>
              <a:ext uri="{FF2B5EF4-FFF2-40B4-BE49-F238E27FC236}">
                <a16:creationId xmlns:a16="http://schemas.microsoft.com/office/drawing/2014/main" id="{7D57D3C0-DF85-4866-AC4B-ED6A0F6963A5}"/>
              </a:ext>
            </a:extLst>
          </p:cNvPr>
          <p:cNvSpPr/>
          <p:nvPr/>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1" name="Graphic 15">
            <a:extLst>
              <a:ext uri="{FF2B5EF4-FFF2-40B4-BE49-F238E27FC236}">
                <a16:creationId xmlns:a16="http://schemas.microsoft.com/office/drawing/2014/main" id="{FA387E18-8CE1-1648-81B1-6F1A0F183C30}"/>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72139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B2044CCF-605D-4D6E-A41D-D6AED53B2233}"/>
              </a:ext>
            </a:extLst>
          </p:cNvPr>
          <p:cNvSpPr>
            <a:spLocks noGrp="1"/>
          </p:cNvSpPr>
          <p:nvPr>
            <p:ph type="pic" sz="quarter" idx="16"/>
          </p:nvPr>
        </p:nvSpPr>
        <p:spPr>
          <a:xfrm>
            <a:off x="0" y="404811"/>
            <a:ext cx="6108872" cy="5485128"/>
          </a:xfrm>
          <a:custGeom>
            <a:avLst/>
            <a:gdLst>
              <a:gd name="connsiteX0" fmla="*/ 0 w 6108872"/>
              <a:gd name="connsiteY0" fmla="*/ 2203471 h 5485128"/>
              <a:gd name="connsiteX1" fmla="*/ 6108872 w 6108872"/>
              <a:gd name="connsiteY1" fmla="*/ 3505695 h 5485128"/>
              <a:gd name="connsiteX2" fmla="*/ 6108872 w 6108872"/>
              <a:gd name="connsiteY2" fmla="*/ 5485128 h 5485128"/>
              <a:gd name="connsiteX3" fmla="*/ 0 w 6108872"/>
              <a:gd name="connsiteY3" fmla="*/ 4182903 h 5485128"/>
              <a:gd name="connsiteX4" fmla="*/ 0 w 6108872"/>
              <a:gd name="connsiteY4" fmla="*/ 0 h 5485128"/>
              <a:gd name="connsiteX5" fmla="*/ 6108872 w 6108872"/>
              <a:gd name="connsiteY5" fmla="*/ 1302225 h 5485128"/>
              <a:gd name="connsiteX6" fmla="*/ 6108872 w 6108872"/>
              <a:gd name="connsiteY6" fmla="*/ 3281657 h 5485128"/>
              <a:gd name="connsiteX7" fmla="*/ 0 w 6108872"/>
              <a:gd name="connsiteY7" fmla="*/ 1979432 h 548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8872" h="5485128">
                <a:moveTo>
                  <a:pt x="0" y="2203471"/>
                </a:moveTo>
                <a:lnTo>
                  <a:pt x="6108872" y="3505695"/>
                </a:lnTo>
                <a:lnTo>
                  <a:pt x="6108872" y="5485128"/>
                </a:lnTo>
                <a:lnTo>
                  <a:pt x="0" y="4182903"/>
                </a:lnTo>
                <a:close/>
                <a:moveTo>
                  <a:pt x="0" y="0"/>
                </a:moveTo>
                <a:lnTo>
                  <a:pt x="6108872" y="1302225"/>
                </a:lnTo>
                <a:lnTo>
                  <a:pt x="6108872" y="3281657"/>
                </a:lnTo>
                <a:lnTo>
                  <a:pt x="0" y="1979432"/>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6" name="Text Placeholder 14">
            <a:extLst>
              <a:ext uri="{FF2B5EF4-FFF2-40B4-BE49-F238E27FC236}">
                <a16:creationId xmlns:a16="http://schemas.microsoft.com/office/drawing/2014/main" id="{E7F180F3-53B1-4A31-82A4-E6F9B5D8D8A3}"/>
              </a:ext>
            </a:extLst>
          </p:cNvPr>
          <p:cNvSpPr>
            <a:spLocks noGrp="1"/>
          </p:cNvSpPr>
          <p:nvPr>
            <p:ph type="body" sz="quarter" idx="15"/>
          </p:nvPr>
        </p:nvSpPr>
        <p:spPr>
          <a:xfrm>
            <a:off x="6881205" y="3090572"/>
            <a:ext cx="4421857" cy="2588637"/>
          </a:xfrm>
        </p:spPr>
        <p:txBody>
          <a:bodyPr lIns="0">
            <a:normAutofit/>
          </a:bodyPr>
          <a:lstStyle>
            <a:lvl1pPr marL="180000" indent="-180000">
              <a:spcBef>
                <a:spcPts val="600"/>
              </a:spcBef>
              <a:buClr>
                <a:schemeClr val="bg2"/>
              </a:buClr>
              <a:buFont typeface="Wingdings" panose="05000000000000000000" pitchFamily="2" charset="2"/>
              <a:buChar char="§"/>
              <a:defRPr sz="1400" b="0" i="0">
                <a:solidFill>
                  <a:schemeClr val="bg1">
                    <a:lumMod val="75000"/>
                  </a:schemeClr>
                </a:solidFill>
              </a:defRPr>
            </a:lvl1pPr>
          </a:lstStyle>
          <a:p>
            <a:pPr lvl="0"/>
            <a:r>
              <a:rPr lang="en-US" smtClean="0"/>
              <a:t>Edit Master text styles</a:t>
            </a:r>
          </a:p>
        </p:txBody>
      </p:sp>
      <p:sp>
        <p:nvSpPr>
          <p:cNvPr id="17" name="Title 1">
            <a:extLst>
              <a:ext uri="{FF2B5EF4-FFF2-40B4-BE49-F238E27FC236}">
                <a16:creationId xmlns:a16="http://schemas.microsoft.com/office/drawing/2014/main" id="{BD523330-9E96-4C6E-B5A4-6B543D365FA1}"/>
              </a:ext>
            </a:extLst>
          </p:cNvPr>
          <p:cNvSpPr>
            <a:spLocks noGrp="1"/>
          </p:cNvSpPr>
          <p:nvPr>
            <p:ph type="title" hasCustomPrompt="1"/>
          </p:nvPr>
        </p:nvSpPr>
        <p:spPr>
          <a:xfrm>
            <a:off x="6881206" y="1046140"/>
            <a:ext cx="5056083" cy="782638"/>
          </a:xfrm>
        </p:spPr>
        <p:txBody>
          <a:bodyPr>
            <a:normAutofit/>
          </a:bodyPr>
          <a:lstStyle>
            <a:lvl1pPr algn="l">
              <a:defRPr sz="4000" b="1">
                <a:solidFill>
                  <a:schemeClr val="bg1"/>
                </a:solidFill>
              </a:defRPr>
            </a:lvl1pPr>
          </a:lstStyle>
          <a:p>
            <a:r>
              <a:rPr lang="en-US" dirty="0"/>
              <a:t>TEXT LAYOUT 2</a:t>
            </a:r>
            <a:endParaRPr lang="ru-RU" dirty="0"/>
          </a:p>
        </p:txBody>
      </p:sp>
      <p:sp>
        <p:nvSpPr>
          <p:cNvPr id="18" name="Text Placeholder 17">
            <a:extLst>
              <a:ext uri="{FF2B5EF4-FFF2-40B4-BE49-F238E27FC236}">
                <a16:creationId xmlns:a16="http://schemas.microsoft.com/office/drawing/2014/main" id="{1A08F6B3-0ADA-4ECF-8D25-7DFE4A36411B}"/>
              </a:ext>
            </a:extLst>
          </p:cNvPr>
          <p:cNvSpPr>
            <a:spLocks noGrp="1"/>
          </p:cNvSpPr>
          <p:nvPr>
            <p:ph type="body" sz="quarter" idx="13" hasCustomPrompt="1"/>
          </p:nvPr>
        </p:nvSpPr>
        <p:spPr>
          <a:xfrm>
            <a:off x="6881206" y="2241515"/>
            <a:ext cx="4421856" cy="749047"/>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19" name="Graphic 15">
            <a:extLst>
              <a:ext uri="{FF2B5EF4-FFF2-40B4-BE49-F238E27FC236}">
                <a16:creationId xmlns:a16="http://schemas.microsoft.com/office/drawing/2014/main" id="{5CCECBFE-3C2B-4492-BCDA-1EFEB5E3E092}"/>
              </a:ext>
            </a:extLst>
          </p:cNvPr>
          <p:cNvSpPr/>
          <p:nvPr userDrawn="1"/>
        </p:nvSpPr>
        <p:spPr>
          <a:xfrm flipH="1">
            <a:off x="6980920" y="1947672"/>
            <a:ext cx="5220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0" name="Graphic 4">
            <a:extLst>
              <a:ext uri="{FF2B5EF4-FFF2-40B4-BE49-F238E27FC236}">
                <a16:creationId xmlns:a16="http://schemas.microsoft.com/office/drawing/2014/main" id="{3441B044-38F8-49ED-845B-5D926C811447}"/>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2599193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id="{2C819B96-1084-49C3-82B7-229513AC2269}"/>
              </a:ext>
            </a:extLst>
          </p:cNvPr>
          <p:cNvGrpSpPr/>
          <p:nvPr/>
        </p:nvGrpSpPr>
        <p:grpSpPr>
          <a:xfrm>
            <a:off x="0" y="0"/>
            <a:ext cx="12192000" cy="6858000"/>
            <a:chOff x="0" y="0"/>
            <a:chExt cx="12192000" cy="6858000"/>
          </a:xfrm>
        </p:grpSpPr>
        <p:sp>
          <p:nvSpPr>
            <p:cNvPr id="16" name="Freeform: Shape 15">
              <a:extLst>
                <a:ext uri="{FF2B5EF4-FFF2-40B4-BE49-F238E27FC236}">
                  <a16:creationId xmlns:a16="http://schemas.microsoft.com/office/drawing/2014/main"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id="{2758CCEA-6327-4FC9-8472-4E74DC77BAD5}"/>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8" name="Text Placeholder 2">
            <a:extLst>
              <a:ext uri="{FF2B5EF4-FFF2-40B4-BE49-F238E27FC236}">
                <a16:creationId xmlns:a16="http://schemas.microsoft.com/office/drawing/2014/main" id="{03373955-AB5B-4186-8098-9DBA0AB2650E}"/>
              </a:ext>
            </a:extLst>
          </p:cNvPr>
          <p:cNvSpPr>
            <a:spLocks noGrp="1"/>
          </p:cNvSpPr>
          <p:nvPr>
            <p:ph type="body" idx="1" hasCustomPrompt="1"/>
          </p:nvPr>
        </p:nvSpPr>
        <p:spPr>
          <a:xfrm>
            <a:off x="774031" y="2993041"/>
            <a:ext cx="4365625" cy="454353"/>
          </a:xfrm>
        </p:spPr>
        <p:txBody>
          <a:bodyPr>
            <a:noAutofit/>
          </a:bodyPr>
          <a:lstStyle>
            <a:lvl1pPr marL="0" indent="0">
              <a:buNone/>
              <a:defRPr sz="2700" b="1">
                <a:solidFill>
                  <a:schemeClr val="bg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1 title</a:t>
            </a:r>
          </a:p>
        </p:txBody>
      </p:sp>
      <p:sp>
        <p:nvSpPr>
          <p:cNvPr id="10" name="Text Placeholder 2">
            <a:extLst>
              <a:ext uri="{FF2B5EF4-FFF2-40B4-BE49-F238E27FC236}">
                <a16:creationId xmlns:a16="http://schemas.microsoft.com/office/drawing/2014/main" id="{23A3472E-32B4-4CAD-B5D0-420AA3FB4CE3}"/>
              </a:ext>
            </a:extLst>
          </p:cNvPr>
          <p:cNvSpPr>
            <a:spLocks noGrp="1"/>
          </p:cNvSpPr>
          <p:nvPr>
            <p:ph type="body" idx="18" hasCustomPrompt="1"/>
          </p:nvPr>
        </p:nvSpPr>
        <p:spPr>
          <a:xfrm>
            <a:off x="6627120" y="2993041"/>
            <a:ext cx="4365625" cy="454353"/>
          </a:xfrm>
        </p:spPr>
        <p:txBody>
          <a:bodyPr>
            <a:noAutofit/>
          </a:bodyPr>
          <a:lstStyle>
            <a:lvl1pPr marL="0" indent="0">
              <a:buNone/>
              <a:defRPr sz="2700" b="1">
                <a:solidFill>
                  <a:schemeClr val="bg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2 title</a:t>
            </a:r>
          </a:p>
        </p:txBody>
      </p:sp>
      <p:sp>
        <p:nvSpPr>
          <p:cNvPr id="11" name="Text Placeholder 26">
            <a:extLst>
              <a:ext uri="{FF2B5EF4-FFF2-40B4-BE49-F238E27FC236}">
                <a16:creationId xmlns:a16="http://schemas.microsoft.com/office/drawing/2014/main" id="{1AEED068-3EA0-4BF4-875C-02473E9EB0CC}"/>
              </a:ext>
            </a:extLst>
          </p:cNvPr>
          <p:cNvSpPr>
            <a:spLocks noGrp="1"/>
          </p:cNvSpPr>
          <p:nvPr>
            <p:ph type="body" sz="quarter" idx="20"/>
          </p:nvPr>
        </p:nvSpPr>
        <p:spPr>
          <a:xfrm>
            <a:off x="774032" y="3563411"/>
            <a:ext cx="4365625" cy="2333625"/>
          </a:xfrm>
        </p:spPr>
        <p:txBody>
          <a:bodyPr>
            <a:normAutofit/>
          </a:bodyPr>
          <a:lstStyle>
            <a:lvl1pPr marL="180000" indent="-180000">
              <a:spcBef>
                <a:spcPts val="600"/>
              </a:spcBef>
              <a:buClr>
                <a:schemeClr val="bg2"/>
              </a:buClr>
              <a:buFont typeface="Wingdings" panose="05000000000000000000" pitchFamily="2" charset="2"/>
              <a:buChar char="§"/>
              <a:defRPr sz="1400">
                <a:solidFill>
                  <a:schemeClr val="bg1">
                    <a:lumMod val="7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smtClean="0"/>
              <a:t>Edit Master text styles</a:t>
            </a:r>
          </a:p>
        </p:txBody>
      </p:sp>
      <p:sp>
        <p:nvSpPr>
          <p:cNvPr id="12" name="Text Placeholder 26">
            <a:extLst>
              <a:ext uri="{FF2B5EF4-FFF2-40B4-BE49-F238E27FC236}">
                <a16:creationId xmlns:a16="http://schemas.microsoft.com/office/drawing/2014/main" id="{3590B9DA-A2DF-4AE1-9A98-C7B84F48C3A9}"/>
              </a:ext>
            </a:extLst>
          </p:cNvPr>
          <p:cNvSpPr>
            <a:spLocks noGrp="1"/>
          </p:cNvSpPr>
          <p:nvPr>
            <p:ph type="body" sz="quarter" idx="21"/>
          </p:nvPr>
        </p:nvSpPr>
        <p:spPr>
          <a:xfrm>
            <a:off x="6627121" y="3563411"/>
            <a:ext cx="4365625" cy="2333625"/>
          </a:xfrm>
        </p:spPr>
        <p:txBody>
          <a:bodyPr>
            <a:normAutofit/>
          </a:bodyPr>
          <a:lstStyle>
            <a:lvl1pPr marL="180000" indent="-180000">
              <a:spcBef>
                <a:spcPts val="600"/>
              </a:spcBef>
              <a:buClr>
                <a:schemeClr val="bg2"/>
              </a:buClr>
              <a:buFont typeface="Wingdings" panose="05000000000000000000" pitchFamily="2" charset="2"/>
              <a:buChar char="§"/>
              <a:defRPr sz="1400">
                <a:solidFill>
                  <a:schemeClr val="bg1">
                    <a:lumMod val="7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smtClean="0"/>
              <a:t>Edit Master text styles</a:t>
            </a:r>
          </a:p>
        </p:txBody>
      </p:sp>
      <p:sp>
        <p:nvSpPr>
          <p:cNvPr id="19" name="Graphic 4">
            <a:extLst>
              <a:ext uri="{FF2B5EF4-FFF2-40B4-BE49-F238E27FC236}">
                <a16:creationId xmlns:a16="http://schemas.microsoft.com/office/drawing/2014/main" id="{CC6E1909-954A-41BF-9CF4-2CB53F6862EF}"/>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0" name="Title 1">
            <a:extLst>
              <a:ext uri="{FF2B5EF4-FFF2-40B4-BE49-F238E27FC236}">
                <a16:creationId xmlns:a16="http://schemas.microsoft.com/office/drawing/2014/main" id="{9845E736-FB54-4B3D-821B-60C0AB9E1A53}"/>
              </a:ext>
            </a:extLst>
          </p:cNvPr>
          <p:cNvSpPr>
            <a:spLocks noGrp="1"/>
          </p:cNvSpPr>
          <p:nvPr>
            <p:ph type="title" hasCustomPrompt="1"/>
          </p:nvPr>
        </p:nvSpPr>
        <p:spPr>
          <a:xfrm>
            <a:off x="774032" y="1033272"/>
            <a:ext cx="5056083" cy="782638"/>
          </a:xfrm>
        </p:spPr>
        <p:txBody>
          <a:bodyPr>
            <a:normAutofit/>
          </a:bodyPr>
          <a:lstStyle>
            <a:lvl1pPr algn="l">
              <a:defRPr sz="4000" b="1">
                <a:solidFill>
                  <a:schemeClr val="bg1"/>
                </a:solidFill>
              </a:defRPr>
            </a:lvl1pPr>
          </a:lstStyle>
          <a:p>
            <a:r>
              <a:rPr lang="en-US" dirty="0"/>
              <a:t>COMPARISON</a:t>
            </a:r>
            <a:endParaRPr lang="ru-RU" dirty="0"/>
          </a:p>
        </p:txBody>
      </p:sp>
      <p:sp>
        <p:nvSpPr>
          <p:cNvPr id="21" name="Text Placeholder 17">
            <a:extLst>
              <a:ext uri="{FF2B5EF4-FFF2-40B4-BE49-F238E27FC236}">
                <a16:creationId xmlns:a16="http://schemas.microsoft.com/office/drawing/2014/main" id="{AFF98BA6-47F6-4796-B970-98EE605E8156}"/>
              </a:ext>
            </a:extLst>
          </p:cNvPr>
          <p:cNvSpPr>
            <a:spLocks noGrp="1"/>
          </p:cNvSpPr>
          <p:nvPr>
            <p:ph type="body" sz="quarter" idx="13" hasCustomPrompt="1"/>
          </p:nvPr>
        </p:nvSpPr>
        <p:spPr>
          <a:xfrm>
            <a:off x="774032" y="2221992"/>
            <a:ext cx="10218713" cy="665713"/>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18" name="Graphic 15">
            <a:extLst>
              <a:ext uri="{FF2B5EF4-FFF2-40B4-BE49-F238E27FC236}">
                <a16:creationId xmlns:a16="http://schemas.microsoft.com/office/drawing/2014/main" id="{5E78F6F2-1702-E74A-86B2-0C42A30F3378}"/>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450372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id="{2C819B96-1084-49C3-82B7-229513AC2269}"/>
              </a:ext>
            </a:extLst>
          </p:cNvPr>
          <p:cNvGrpSpPr/>
          <p:nvPr/>
        </p:nvGrpSpPr>
        <p:grpSpPr>
          <a:xfrm>
            <a:off x="-12700" y="-12700"/>
            <a:ext cx="12217400" cy="6883400"/>
            <a:chOff x="-12700" y="-12700"/>
            <a:chExt cx="12217400" cy="6883400"/>
          </a:xfrm>
        </p:grpSpPr>
        <p:sp>
          <p:nvSpPr>
            <p:cNvPr id="16" name="Freeform: Shape 15">
              <a:extLst>
                <a:ext uri="{FF2B5EF4-FFF2-40B4-BE49-F238E27FC236}">
                  <a16:creationId xmlns:a16="http://schemas.microsoft.com/office/drawing/2014/main"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id="{2758CCEA-6327-4FC9-8472-4E74DC77BAD5}"/>
                </a:ext>
              </a:extLst>
            </p:cNvPr>
            <p:cNvSpPr/>
            <p:nvPr/>
          </p:nvSpPr>
          <p:spPr>
            <a:xfrm>
              <a:off x="542021"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9" name="Graphic 4">
            <a:extLst>
              <a:ext uri="{FF2B5EF4-FFF2-40B4-BE49-F238E27FC236}">
                <a16:creationId xmlns:a16="http://schemas.microsoft.com/office/drawing/2014/main" id="{CC6E1909-954A-41BF-9CF4-2CB53F6862EF}"/>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8" name="Chart Placeholder 18">
            <a:extLst>
              <a:ext uri="{FF2B5EF4-FFF2-40B4-BE49-F238E27FC236}">
                <a16:creationId xmlns:a16="http://schemas.microsoft.com/office/drawing/2014/main" id="{68B512F2-EA3E-483F-B5D4-29DFD6C37B36}"/>
              </a:ext>
            </a:extLst>
          </p:cNvPr>
          <p:cNvSpPr>
            <a:spLocks noGrp="1"/>
          </p:cNvSpPr>
          <p:nvPr>
            <p:ph type="chart" sz="quarter" idx="32"/>
          </p:nvPr>
        </p:nvSpPr>
        <p:spPr>
          <a:xfrm>
            <a:off x="6096001" y="1246188"/>
            <a:ext cx="5170034" cy="4365625"/>
          </a:xfrm>
        </p:spPr>
        <p:txBody>
          <a:bodyPr anchor="ctr" anchorCtr="0">
            <a:normAutofit/>
          </a:bodyPr>
          <a:lstStyle>
            <a:lvl1pPr marL="0" indent="0" algn="ctr">
              <a:buNone/>
              <a:defRPr sz="1600">
                <a:solidFill>
                  <a:schemeClr val="tx1">
                    <a:lumMod val="50000"/>
                    <a:lumOff val="50000"/>
                  </a:schemeClr>
                </a:solidFill>
              </a:defRPr>
            </a:lvl1pPr>
          </a:lstStyle>
          <a:p>
            <a:r>
              <a:rPr lang="en-US" smtClean="0"/>
              <a:t>Click icon to add chart</a:t>
            </a:r>
            <a:endParaRPr lang="ru-RU" dirty="0"/>
          </a:p>
        </p:txBody>
      </p:sp>
      <p:sp>
        <p:nvSpPr>
          <p:cNvPr id="15" name="Title 1">
            <a:extLst>
              <a:ext uri="{FF2B5EF4-FFF2-40B4-BE49-F238E27FC236}">
                <a16:creationId xmlns:a16="http://schemas.microsoft.com/office/drawing/2014/main" id="{AD58E79F-20BB-644D-8C49-25B57E347DE6}"/>
              </a:ext>
            </a:extLst>
          </p:cNvPr>
          <p:cNvSpPr>
            <a:spLocks noGrp="1"/>
          </p:cNvSpPr>
          <p:nvPr>
            <p:ph type="title" hasCustomPrompt="1"/>
          </p:nvPr>
        </p:nvSpPr>
        <p:spPr>
          <a:xfrm>
            <a:off x="774032" y="1317173"/>
            <a:ext cx="2825496" cy="1524185"/>
          </a:xfrm>
        </p:spPr>
        <p:txBody>
          <a:bodyPr>
            <a:normAutofit/>
          </a:bodyPr>
          <a:lstStyle>
            <a:lvl1pPr algn="l">
              <a:defRPr sz="4000" b="1">
                <a:solidFill>
                  <a:schemeClr val="bg1"/>
                </a:solidFill>
              </a:defRPr>
            </a:lvl1pPr>
          </a:lstStyle>
          <a:p>
            <a:r>
              <a:rPr lang="en-US" dirty="0"/>
              <a:t>CHART</a:t>
            </a:r>
            <a:br>
              <a:rPr lang="en-US" dirty="0"/>
            </a:br>
            <a:r>
              <a:rPr lang="en-US" dirty="0"/>
              <a:t>SLIDE</a:t>
            </a:r>
            <a:endParaRPr lang="ru-RU" dirty="0"/>
          </a:p>
        </p:txBody>
      </p:sp>
      <p:sp>
        <p:nvSpPr>
          <p:cNvPr id="23" name="Text Placeholder 17">
            <a:extLst>
              <a:ext uri="{FF2B5EF4-FFF2-40B4-BE49-F238E27FC236}">
                <a16:creationId xmlns:a16="http://schemas.microsoft.com/office/drawing/2014/main" id="{EF8E92E6-C1C9-854A-93EE-FD201AF050FC}"/>
              </a:ext>
            </a:extLst>
          </p:cNvPr>
          <p:cNvSpPr>
            <a:spLocks noGrp="1"/>
          </p:cNvSpPr>
          <p:nvPr>
            <p:ph type="body" sz="quarter" idx="13" hasCustomPrompt="1"/>
          </p:nvPr>
        </p:nvSpPr>
        <p:spPr>
          <a:xfrm>
            <a:off x="774032" y="3198228"/>
            <a:ext cx="2825496" cy="2154741"/>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24" name="Graphic 15">
            <a:extLst>
              <a:ext uri="{FF2B5EF4-FFF2-40B4-BE49-F238E27FC236}">
                <a16:creationId xmlns:a16="http://schemas.microsoft.com/office/drawing/2014/main" id="{C1F625F0-F98F-D244-9020-86C86C287112}"/>
              </a:ext>
            </a:extLst>
          </p:cNvPr>
          <p:cNvSpPr/>
          <p:nvPr userDrawn="1"/>
        </p:nvSpPr>
        <p:spPr>
          <a:xfrm>
            <a:off x="-11173" y="2899869"/>
            <a:ext cx="2628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981487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id="{2C819B96-1084-49C3-82B7-229513AC2269}"/>
              </a:ext>
            </a:extLst>
          </p:cNvPr>
          <p:cNvGrpSpPr/>
          <p:nvPr/>
        </p:nvGrpSpPr>
        <p:grpSpPr>
          <a:xfrm>
            <a:off x="0" y="0"/>
            <a:ext cx="12192000" cy="6858000"/>
            <a:chOff x="0" y="0"/>
            <a:chExt cx="12192000" cy="6858000"/>
          </a:xfrm>
        </p:grpSpPr>
        <p:sp>
          <p:nvSpPr>
            <p:cNvPr id="16" name="Freeform: Shape 15">
              <a:extLst>
                <a:ext uri="{FF2B5EF4-FFF2-40B4-BE49-F238E27FC236}">
                  <a16:creationId xmlns:a16="http://schemas.microsoft.com/office/drawing/2014/main"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id="{2758CCEA-6327-4FC9-8472-4E74DC77BAD5}"/>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9" name="Graphic 4">
            <a:extLst>
              <a:ext uri="{FF2B5EF4-FFF2-40B4-BE49-F238E27FC236}">
                <a16:creationId xmlns:a16="http://schemas.microsoft.com/office/drawing/2014/main" id="{CC6E1909-954A-41BF-9CF4-2CB53F6862EF}"/>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0" name="Title 1">
            <a:extLst>
              <a:ext uri="{FF2B5EF4-FFF2-40B4-BE49-F238E27FC236}">
                <a16:creationId xmlns:a16="http://schemas.microsoft.com/office/drawing/2014/main" id="{9845E736-FB54-4B3D-821B-60C0AB9E1A53}"/>
              </a:ext>
            </a:extLst>
          </p:cNvPr>
          <p:cNvSpPr>
            <a:spLocks noGrp="1"/>
          </p:cNvSpPr>
          <p:nvPr>
            <p:ph type="title" hasCustomPrompt="1"/>
          </p:nvPr>
        </p:nvSpPr>
        <p:spPr>
          <a:xfrm>
            <a:off x="774032" y="1317173"/>
            <a:ext cx="2825496" cy="1524185"/>
          </a:xfrm>
        </p:spPr>
        <p:txBody>
          <a:bodyPr>
            <a:normAutofit/>
          </a:bodyPr>
          <a:lstStyle>
            <a:lvl1pPr algn="l">
              <a:defRPr sz="4000" b="1">
                <a:solidFill>
                  <a:schemeClr val="bg1"/>
                </a:solidFill>
              </a:defRPr>
            </a:lvl1pPr>
          </a:lstStyle>
          <a:p>
            <a:r>
              <a:rPr lang="en-US" dirty="0"/>
              <a:t>TABLE</a:t>
            </a:r>
            <a:br>
              <a:rPr lang="en-US" dirty="0"/>
            </a:br>
            <a:r>
              <a:rPr lang="en-US" dirty="0"/>
              <a:t>SLIDE</a:t>
            </a:r>
            <a:endParaRPr lang="ru-RU" dirty="0"/>
          </a:p>
        </p:txBody>
      </p:sp>
      <p:sp>
        <p:nvSpPr>
          <p:cNvPr id="21" name="Text Placeholder 17">
            <a:extLst>
              <a:ext uri="{FF2B5EF4-FFF2-40B4-BE49-F238E27FC236}">
                <a16:creationId xmlns:a16="http://schemas.microsoft.com/office/drawing/2014/main" id="{AFF98BA6-47F6-4796-B970-98EE605E8156}"/>
              </a:ext>
            </a:extLst>
          </p:cNvPr>
          <p:cNvSpPr>
            <a:spLocks noGrp="1"/>
          </p:cNvSpPr>
          <p:nvPr>
            <p:ph type="body" sz="quarter" idx="13" hasCustomPrompt="1"/>
          </p:nvPr>
        </p:nvSpPr>
        <p:spPr>
          <a:xfrm>
            <a:off x="774032" y="3198228"/>
            <a:ext cx="2825496" cy="2154741"/>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22" name="Graphic 15">
            <a:extLst>
              <a:ext uri="{FF2B5EF4-FFF2-40B4-BE49-F238E27FC236}">
                <a16:creationId xmlns:a16="http://schemas.microsoft.com/office/drawing/2014/main" id="{C8EF6174-FF5D-41C2-BF6B-9D6ECB281A1D}"/>
              </a:ext>
            </a:extLst>
          </p:cNvPr>
          <p:cNvSpPr/>
          <p:nvPr userDrawn="1"/>
        </p:nvSpPr>
        <p:spPr>
          <a:xfrm>
            <a:off x="-11173" y="2899869"/>
            <a:ext cx="2628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8" name="Table Placeholder 17">
            <a:extLst>
              <a:ext uri="{FF2B5EF4-FFF2-40B4-BE49-F238E27FC236}">
                <a16:creationId xmlns:a16="http://schemas.microsoft.com/office/drawing/2014/main" id="{D45BCEDF-86BB-41E2-9F09-5D3014AD1C45}"/>
              </a:ext>
            </a:extLst>
          </p:cNvPr>
          <p:cNvSpPr>
            <a:spLocks noGrp="1"/>
          </p:cNvSpPr>
          <p:nvPr>
            <p:ph type="tbl" sz="quarter" idx="17"/>
          </p:nvPr>
        </p:nvSpPr>
        <p:spPr>
          <a:xfrm>
            <a:off x="4715791" y="1591499"/>
            <a:ext cx="6561138" cy="3761069"/>
          </a:xfrm>
        </p:spPr>
        <p:txBody>
          <a:bodyPr anchor="ctr" anchorCtr="0">
            <a:normAutofit/>
          </a:bodyPr>
          <a:lstStyle>
            <a:lvl1pPr marL="0" indent="0" algn="ctr">
              <a:buNone/>
              <a:defRPr sz="1600">
                <a:solidFill>
                  <a:schemeClr val="tx1">
                    <a:lumMod val="50000"/>
                    <a:lumOff val="50000"/>
                  </a:schemeClr>
                </a:solidFill>
              </a:defRPr>
            </a:lvl1pPr>
          </a:lstStyle>
          <a:p>
            <a:r>
              <a:rPr lang="en-US" smtClean="0"/>
              <a:t>Click icon to add table</a:t>
            </a:r>
            <a:endParaRPr lang="ru-RU" dirty="0"/>
          </a:p>
        </p:txBody>
      </p:sp>
    </p:spTree>
    <p:extLst>
      <p:ext uri="{BB962C8B-B14F-4D97-AF65-F5344CB8AC3E}">
        <p14:creationId xmlns:p14="http://schemas.microsoft.com/office/powerpoint/2010/main" val="2513773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Title Slide">
    <p:bg>
      <p:bgPr>
        <a:solidFill>
          <a:schemeClr val="accent6"/>
        </a:solidFill>
        <a:effectLst/>
      </p:bgPr>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E694C388-14E9-4848-A715-72B7DC6AF548}"/>
              </a:ext>
            </a:extLst>
          </p:cNvPr>
          <p:cNvSpPr>
            <a:spLocks noGrp="1"/>
          </p:cNvSpPr>
          <p:nvPr>
            <p:ph type="pic" sz="quarter" idx="14"/>
          </p:nvPr>
        </p:nvSpPr>
        <p:spPr>
          <a:xfrm>
            <a:off x="12701" y="0"/>
            <a:ext cx="12161519" cy="6858000"/>
          </a:xfrm>
          <a:custGeom>
            <a:avLst/>
            <a:gdLst>
              <a:gd name="connsiteX0" fmla="*/ 12161519 w 12161519"/>
              <a:gd name="connsiteY0" fmla="*/ 638810 h 6858000"/>
              <a:gd name="connsiteX1" fmla="*/ 12161519 w 12161519"/>
              <a:gd name="connsiteY1" fmla="*/ 1922780 h 6858000"/>
              <a:gd name="connsiteX2" fmla="*/ 9531350 w 12161519"/>
              <a:gd name="connsiteY2" fmla="*/ 6858000 h 6858000"/>
              <a:gd name="connsiteX3" fmla="*/ 8846819 w 12161519"/>
              <a:gd name="connsiteY3" fmla="*/ 6858000 h 6858000"/>
              <a:gd name="connsiteX4" fmla="*/ 10704830 w 12161519"/>
              <a:gd name="connsiteY4" fmla="*/ 0 h 6858000"/>
              <a:gd name="connsiteX5" fmla="*/ 12161519 w 12161519"/>
              <a:gd name="connsiteY5" fmla="*/ 0 h 6858000"/>
              <a:gd name="connsiteX6" fmla="*/ 12161519 w 12161519"/>
              <a:gd name="connsiteY6" fmla="*/ 234950 h 6858000"/>
              <a:gd name="connsiteX7" fmla="*/ 8632190 w 12161519"/>
              <a:gd name="connsiteY7" fmla="*/ 6858000 h 6858000"/>
              <a:gd name="connsiteX8" fmla="*/ 7049770 w 12161519"/>
              <a:gd name="connsiteY8" fmla="*/ 6858000 h 6858000"/>
              <a:gd name="connsiteX9" fmla="*/ 5320030 w 12161519"/>
              <a:gd name="connsiteY9" fmla="*/ 0 h 6858000"/>
              <a:gd name="connsiteX10" fmla="*/ 10476230 w 12161519"/>
              <a:gd name="connsiteY10" fmla="*/ 0 h 6858000"/>
              <a:gd name="connsiteX11" fmla="*/ 6822440 w 12161519"/>
              <a:gd name="connsiteY11" fmla="*/ 6858000 h 6858000"/>
              <a:gd name="connsiteX12" fmla="*/ 1664970 w 12161519"/>
              <a:gd name="connsiteY12" fmla="*/ 6858000 h 6858000"/>
              <a:gd name="connsiteX13" fmla="*/ 3529330 w 12161519"/>
              <a:gd name="connsiteY13" fmla="*/ 0 h 6858000"/>
              <a:gd name="connsiteX14" fmla="*/ 5111750 w 12161519"/>
              <a:gd name="connsiteY14" fmla="*/ 0 h 6858000"/>
              <a:gd name="connsiteX15" fmla="*/ 1456690 w 12161519"/>
              <a:gd name="connsiteY15" fmla="*/ 6858000 h 6858000"/>
              <a:gd name="connsiteX16" fmla="*/ 0 w 12161519"/>
              <a:gd name="connsiteY16" fmla="*/ 6858000 h 6858000"/>
              <a:gd name="connsiteX17" fmla="*/ 0 w 12161519"/>
              <a:gd name="connsiteY17" fmla="*/ 6623050 h 6858000"/>
              <a:gd name="connsiteX18" fmla="*/ 2630170 w 12161519"/>
              <a:gd name="connsiteY18" fmla="*/ 0 h 6858000"/>
              <a:gd name="connsiteX19" fmla="*/ 3314700 w 12161519"/>
              <a:gd name="connsiteY19" fmla="*/ 0 h 6858000"/>
              <a:gd name="connsiteX20" fmla="*/ 0 w 12161519"/>
              <a:gd name="connsiteY20" fmla="*/ 6219190 h 6858000"/>
              <a:gd name="connsiteX21" fmla="*/ 0 w 12161519"/>
              <a:gd name="connsiteY21" fmla="*/ 49352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61519" h="6858000">
                <a:moveTo>
                  <a:pt x="12161519" y="638810"/>
                </a:moveTo>
                <a:lnTo>
                  <a:pt x="12161519" y="1922780"/>
                </a:lnTo>
                <a:lnTo>
                  <a:pt x="9531350" y="6858000"/>
                </a:lnTo>
                <a:lnTo>
                  <a:pt x="8846819" y="6858000"/>
                </a:lnTo>
                <a:close/>
                <a:moveTo>
                  <a:pt x="10704830" y="0"/>
                </a:moveTo>
                <a:lnTo>
                  <a:pt x="12161519" y="0"/>
                </a:lnTo>
                <a:lnTo>
                  <a:pt x="12161519" y="234950"/>
                </a:lnTo>
                <a:lnTo>
                  <a:pt x="8632190" y="6858000"/>
                </a:lnTo>
                <a:lnTo>
                  <a:pt x="7049770" y="6858000"/>
                </a:lnTo>
                <a:close/>
                <a:moveTo>
                  <a:pt x="5320030" y="0"/>
                </a:moveTo>
                <a:lnTo>
                  <a:pt x="10476230" y="0"/>
                </a:lnTo>
                <a:lnTo>
                  <a:pt x="6822440" y="6858000"/>
                </a:lnTo>
                <a:lnTo>
                  <a:pt x="1664970" y="6858000"/>
                </a:lnTo>
                <a:close/>
                <a:moveTo>
                  <a:pt x="3529330" y="0"/>
                </a:moveTo>
                <a:lnTo>
                  <a:pt x="5111750" y="0"/>
                </a:lnTo>
                <a:lnTo>
                  <a:pt x="1456690" y="6858000"/>
                </a:lnTo>
                <a:lnTo>
                  <a:pt x="0" y="6858000"/>
                </a:lnTo>
                <a:lnTo>
                  <a:pt x="0" y="6623050"/>
                </a:lnTo>
                <a:close/>
                <a:moveTo>
                  <a:pt x="2630170" y="0"/>
                </a:moveTo>
                <a:lnTo>
                  <a:pt x="3314700" y="0"/>
                </a:lnTo>
                <a:lnTo>
                  <a:pt x="0" y="6219190"/>
                </a:lnTo>
                <a:lnTo>
                  <a:pt x="0" y="4935220"/>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Title 1">
            <a:extLst>
              <a:ext uri="{FF2B5EF4-FFF2-40B4-BE49-F238E27FC236}">
                <a16:creationId xmlns:a16="http://schemas.microsoft.com/office/drawing/2014/main" id="{BFD7B55F-CFD3-4921-BB2A-B14EB4E36369}"/>
              </a:ext>
            </a:extLst>
          </p:cNvPr>
          <p:cNvSpPr>
            <a:spLocks noGrp="1"/>
          </p:cNvSpPr>
          <p:nvPr>
            <p:ph type="title" hasCustomPrompt="1"/>
          </p:nvPr>
        </p:nvSpPr>
        <p:spPr>
          <a:xfrm>
            <a:off x="774032" y="1033272"/>
            <a:ext cx="10514998" cy="782638"/>
          </a:xfrm>
        </p:spPr>
        <p:txBody>
          <a:bodyPr>
            <a:normAutofit/>
          </a:bodyPr>
          <a:lstStyle>
            <a:lvl1pPr algn="l">
              <a:defRPr sz="4000" b="1">
                <a:solidFill>
                  <a:schemeClr val="bg1"/>
                </a:solidFill>
              </a:defRPr>
            </a:lvl1pPr>
          </a:lstStyle>
          <a:p>
            <a:r>
              <a:rPr lang="en-US" dirty="0"/>
              <a:t>BIG IMAGE SLIDE</a:t>
            </a:r>
            <a:endParaRPr lang="ru-RU" dirty="0"/>
          </a:p>
        </p:txBody>
      </p:sp>
      <p:sp>
        <p:nvSpPr>
          <p:cNvPr id="21" name="Text Placeholder 17">
            <a:extLst>
              <a:ext uri="{FF2B5EF4-FFF2-40B4-BE49-F238E27FC236}">
                <a16:creationId xmlns:a16="http://schemas.microsoft.com/office/drawing/2014/main" id="{932204AA-73EE-4F85-898B-E747C5ACC051}"/>
              </a:ext>
            </a:extLst>
          </p:cNvPr>
          <p:cNvSpPr>
            <a:spLocks noGrp="1"/>
          </p:cNvSpPr>
          <p:nvPr>
            <p:ph type="body" sz="quarter" idx="13" hasCustomPrompt="1"/>
          </p:nvPr>
        </p:nvSpPr>
        <p:spPr>
          <a:xfrm>
            <a:off x="774032" y="1880794"/>
            <a:ext cx="10518598" cy="782639"/>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23" name="Graphic 4">
            <a:extLst>
              <a:ext uri="{FF2B5EF4-FFF2-40B4-BE49-F238E27FC236}">
                <a16:creationId xmlns:a16="http://schemas.microsoft.com/office/drawing/2014/main" id="{38541361-4795-490E-8165-B4A338F8231D}"/>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 name="TextBox 1">
            <a:extLst>
              <a:ext uri="{FF2B5EF4-FFF2-40B4-BE49-F238E27FC236}">
                <a16:creationId xmlns:a16="http://schemas.microsoft.com/office/drawing/2014/main" id="{B72E78DA-7F75-294B-AECF-F02F6C41615D}"/>
              </a:ext>
            </a:extLst>
          </p:cNvPr>
          <p:cNvSpPr txBox="1"/>
          <p:nvPr userDrawn="1"/>
        </p:nvSpPr>
        <p:spPr>
          <a:xfrm>
            <a:off x="327546" y="300250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761272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F5D581-F5B0-4701-B187-0D4FAB44900C}"/>
              </a:ext>
            </a:extLst>
          </p:cNvPr>
          <p:cNvSpPr/>
          <p:nvPr userDrawn="1"/>
        </p:nvSpPr>
        <p:spPr>
          <a:xfrm>
            <a:off x="0" y="0"/>
            <a:ext cx="12192000" cy="6858000"/>
          </a:xfrm>
          <a:prstGeom prst="rect">
            <a:avLst/>
          </a:prstGeom>
          <a:solidFill>
            <a:schemeClr val="accent6"/>
          </a:soli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ru-RU" dirty="0"/>
          </a:p>
        </p:txBody>
      </p:sp>
      <p:sp>
        <p:nvSpPr>
          <p:cNvPr id="11" name="Freeform: Shape 10">
            <a:extLst>
              <a:ext uri="{FF2B5EF4-FFF2-40B4-BE49-F238E27FC236}">
                <a16:creationId xmlns:a16="http://schemas.microsoft.com/office/drawing/2014/main" id="{0E5F41AB-E2B9-45DD-B1C7-9F4DBA4946B9}"/>
              </a:ext>
            </a:extLst>
          </p:cNvPr>
          <p:cNvSpPr/>
          <p:nvPr userDrawn="1"/>
        </p:nvSpPr>
        <p:spPr>
          <a:xfrm>
            <a:off x="2445759"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38200" y="156579"/>
            <a:ext cx="10515600" cy="1325563"/>
          </a:xfrm>
        </p:spPr>
        <p:txBody>
          <a:bodyPr lIns="0" rIns="0"/>
          <a:lstStyle>
            <a:lvl1pPr algn="ctr">
              <a:defRPr>
                <a:solidFill>
                  <a:schemeClr val="bg1"/>
                </a:solidFill>
              </a:defRPr>
            </a:lvl1pPr>
          </a:lstStyle>
          <a:p>
            <a:r>
              <a:rPr lang="en-US" dirty="0"/>
              <a:t>VIDEO SLIDE</a:t>
            </a:r>
            <a:endParaRPr lang="ru-RU"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1395984" y="1497770"/>
            <a:ext cx="9400032" cy="4215384"/>
          </a:xfrm>
        </p:spPr>
        <p:txBody>
          <a:bodyPr anchor="ctr" anchorCtr="0">
            <a:normAutofit/>
          </a:bodyPr>
          <a:lstStyle>
            <a:lvl1pPr marL="0" indent="0" algn="ctr">
              <a:buNone/>
              <a:defRPr sz="1400">
                <a:solidFill>
                  <a:schemeClr val="bg1">
                    <a:lumMod val="75000"/>
                  </a:schemeClr>
                </a:solidFill>
              </a:defRPr>
            </a:lvl1pPr>
          </a:lstStyle>
          <a:p>
            <a:r>
              <a:rPr lang="en-US" smtClean="0"/>
              <a:t>Click icon to add media</a:t>
            </a:r>
            <a:endParaRPr lang="ru-RU" dirty="0"/>
          </a:p>
        </p:txBody>
      </p:sp>
      <p:sp>
        <p:nvSpPr>
          <p:cNvPr id="12" name="Graphic 4">
            <a:extLst>
              <a:ext uri="{FF2B5EF4-FFF2-40B4-BE49-F238E27FC236}">
                <a16:creationId xmlns:a16="http://schemas.microsoft.com/office/drawing/2014/main" id="{C7654E36-50FF-425E-B595-F3957610B5D8}"/>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2399738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s Layout">
    <p:bg>
      <p:bgPr>
        <a:solidFill>
          <a:schemeClr val="accent6"/>
        </a:solidFill>
        <a:effectLst/>
      </p:bgPr>
    </p:bg>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88BA6D96-EFE3-4743-8FB5-544E9692D111}"/>
              </a:ext>
            </a:extLst>
          </p:cNvPr>
          <p:cNvSpPr>
            <a:spLocks noGrp="1"/>
          </p:cNvSpPr>
          <p:nvPr>
            <p:ph type="pic" sz="quarter" idx="26"/>
          </p:nvPr>
        </p:nvSpPr>
        <p:spPr>
          <a:xfrm>
            <a:off x="2" y="0"/>
            <a:ext cx="9155429" cy="6858000"/>
          </a:xfrm>
          <a:custGeom>
            <a:avLst/>
            <a:gdLst>
              <a:gd name="connsiteX0" fmla="*/ 5490209 w 9155429"/>
              <a:gd name="connsiteY0" fmla="*/ 3511550 h 6858000"/>
              <a:gd name="connsiteX1" fmla="*/ 6979919 w 9155429"/>
              <a:gd name="connsiteY1" fmla="*/ 3511550 h 6858000"/>
              <a:gd name="connsiteX2" fmla="*/ 5541009 w 9155429"/>
              <a:gd name="connsiteY2" fmla="*/ 6858000 h 6858000"/>
              <a:gd name="connsiteX3" fmla="*/ 4050029 w 9155429"/>
              <a:gd name="connsiteY3" fmla="*/ 6858000 h 6858000"/>
              <a:gd name="connsiteX4" fmla="*/ 0 w 9155429"/>
              <a:gd name="connsiteY4" fmla="*/ 3511550 h 6858000"/>
              <a:gd name="connsiteX5" fmla="*/ 2444750 w 9155429"/>
              <a:gd name="connsiteY5" fmla="*/ 3511550 h 6858000"/>
              <a:gd name="connsiteX6" fmla="*/ 1004570 w 9155429"/>
              <a:gd name="connsiteY6" fmla="*/ 6858000 h 6858000"/>
              <a:gd name="connsiteX7" fmla="*/ 0 w 9155429"/>
              <a:gd name="connsiteY7" fmla="*/ 6858000 h 6858000"/>
              <a:gd name="connsiteX8" fmla="*/ 7001509 w 9155429"/>
              <a:gd name="connsiteY8" fmla="*/ 1 h 6858000"/>
              <a:gd name="connsiteX9" fmla="*/ 8491219 w 9155429"/>
              <a:gd name="connsiteY9" fmla="*/ 1 h 6858000"/>
              <a:gd name="connsiteX10" fmla="*/ 7051039 w 9155429"/>
              <a:gd name="connsiteY10" fmla="*/ 3346450 h 6858000"/>
              <a:gd name="connsiteX11" fmla="*/ 5561329 w 9155429"/>
              <a:gd name="connsiteY11" fmla="*/ 3346450 h 6858000"/>
              <a:gd name="connsiteX12" fmla="*/ 8722359 w 9155429"/>
              <a:gd name="connsiteY12" fmla="*/ 0 h 6858000"/>
              <a:gd name="connsiteX13" fmla="*/ 9155429 w 9155429"/>
              <a:gd name="connsiteY13" fmla="*/ 0 h 6858000"/>
              <a:gd name="connsiteX14" fmla="*/ 6203949 w 9155429"/>
              <a:gd name="connsiteY14" fmla="*/ 6858000 h 6858000"/>
              <a:gd name="connsiteX15" fmla="*/ 5772149 w 9155429"/>
              <a:gd name="connsiteY15" fmla="*/ 6858000 h 6858000"/>
              <a:gd name="connsiteX16" fmla="*/ 4190999 w 9155429"/>
              <a:gd name="connsiteY16" fmla="*/ 0 h 6858000"/>
              <a:gd name="connsiteX17" fmla="*/ 6753859 w 9155429"/>
              <a:gd name="connsiteY17" fmla="*/ 0 h 6858000"/>
              <a:gd name="connsiteX18" fmla="*/ 3802379 w 9155429"/>
              <a:gd name="connsiteY18" fmla="*/ 6858000 h 6858000"/>
              <a:gd name="connsiteX19" fmla="*/ 1239520 w 9155429"/>
              <a:gd name="connsiteY19" fmla="*/ 6858000 h 6858000"/>
              <a:gd name="connsiteX20" fmla="*/ 0 w 9155429"/>
              <a:gd name="connsiteY20" fmla="*/ 0 h 6858000"/>
              <a:gd name="connsiteX21" fmla="*/ 3956050 w 9155429"/>
              <a:gd name="connsiteY21" fmla="*/ 0 h 6858000"/>
              <a:gd name="connsiteX22" fmla="*/ 2515869 w 9155429"/>
              <a:gd name="connsiteY22" fmla="*/ 3346450 h 6858000"/>
              <a:gd name="connsiteX23" fmla="*/ 0 w 9155429"/>
              <a:gd name="connsiteY23" fmla="*/ 33464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155429" h="6858000">
                <a:moveTo>
                  <a:pt x="5490209" y="3511550"/>
                </a:moveTo>
                <a:lnTo>
                  <a:pt x="6979919" y="3511550"/>
                </a:lnTo>
                <a:lnTo>
                  <a:pt x="5541009" y="6858000"/>
                </a:lnTo>
                <a:lnTo>
                  <a:pt x="4050029" y="6858000"/>
                </a:lnTo>
                <a:close/>
                <a:moveTo>
                  <a:pt x="0" y="3511550"/>
                </a:moveTo>
                <a:lnTo>
                  <a:pt x="2444750" y="3511550"/>
                </a:lnTo>
                <a:lnTo>
                  <a:pt x="1004570" y="6858000"/>
                </a:lnTo>
                <a:lnTo>
                  <a:pt x="0" y="6858000"/>
                </a:lnTo>
                <a:close/>
                <a:moveTo>
                  <a:pt x="7001509" y="1"/>
                </a:moveTo>
                <a:lnTo>
                  <a:pt x="8491219" y="1"/>
                </a:lnTo>
                <a:lnTo>
                  <a:pt x="7051039" y="3346450"/>
                </a:lnTo>
                <a:lnTo>
                  <a:pt x="5561329" y="3346450"/>
                </a:lnTo>
                <a:close/>
                <a:moveTo>
                  <a:pt x="8722359" y="0"/>
                </a:moveTo>
                <a:lnTo>
                  <a:pt x="9155429" y="0"/>
                </a:lnTo>
                <a:lnTo>
                  <a:pt x="6203949" y="6858000"/>
                </a:lnTo>
                <a:lnTo>
                  <a:pt x="5772149" y="6858000"/>
                </a:lnTo>
                <a:close/>
                <a:moveTo>
                  <a:pt x="4190999" y="0"/>
                </a:moveTo>
                <a:lnTo>
                  <a:pt x="6753859" y="0"/>
                </a:lnTo>
                <a:lnTo>
                  <a:pt x="3802379" y="6858000"/>
                </a:lnTo>
                <a:lnTo>
                  <a:pt x="1239520" y="6858000"/>
                </a:lnTo>
                <a:close/>
                <a:moveTo>
                  <a:pt x="0" y="0"/>
                </a:moveTo>
                <a:lnTo>
                  <a:pt x="3956050" y="0"/>
                </a:lnTo>
                <a:lnTo>
                  <a:pt x="2515869" y="3346450"/>
                </a:lnTo>
                <a:lnTo>
                  <a:pt x="0" y="3346450"/>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14" name="Graphic 19">
            <a:extLst>
              <a:ext uri="{FF2B5EF4-FFF2-40B4-BE49-F238E27FC236}">
                <a16:creationId xmlns:a16="http://schemas.microsoft.com/office/drawing/2014/main" id="{97347B99-304D-468D-B6F0-9D59E6077A64}"/>
              </a:ext>
            </a:extLst>
          </p:cNvPr>
          <p:cNvSpPr/>
          <p:nvPr userDrawn="1"/>
        </p:nvSpPr>
        <p:spPr>
          <a:xfrm flipH="1">
            <a:off x="9004387" y="3285679"/>
            <a:ext cx="3191256" cy="146304"/>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0" name="Title 1">
            <a:extLst>
              <a:ext uri="{FF2B5EF4-FFF2-40B4-BE49-F238E27FC236}">
                <a16:creationId xmlns:a16="http://schemas.microsoft.com/office/drawing/2014/main" id="{BB615286-AF88-4751-9BF6-3F030092F6F6}"/>
              </a:ext>
            </a:extLst>
          </p:cNvPr>
          <p:cNvSpPr>
            <a:spLocks noGrp="1"/>
          </p:cNvSpPr>
          <p:nvPr>
            <p:ph type="title" hasCustomPrompt="1"/>
          </p:nvPr>
        </p:nvSpPr>
        <p:spPr>
          <a:xfrm>
            <a:off x="7192372" y="973512"/>
            <a:ext cx="4183939" cy="2281355"/>
          </a:xfrm>
        </p:spPr>
        <p:txBody>
          <a:bodyPr>
            <a:noAutofit/>
          </a:bodyPr>
          <a:lstStyle>
            <a:lvl1pPr algn="r">
              <a:defRPr sz="7000" b="1">
                <a:solidFill>
                  <a:schemeClr val="bg1"/>
                </a:solidFill>
              </a:defRPr>
            </a:lvl1pPr>
          </a:lstStyle>
          <a:p>
            <a:r>
              <a:rPr lang="en-US" dirty="0"/>
              <a:t>THANK</a:t>
            </a:r>
            <a:br>
              <a:rPr lang="en-US" dirty="0"/>
            </a:br>
            <a:r>
              <a:rPr lang="en-US" dirty="0"/>
              <a:t>YOU!</a:t>
            </a:r>
            <a:endParaRPr lang="ru-RU" dirty="0"/>
          </a:p>
        </p:txBody>
      </p:sp>
      <p:sp>
        <p:nvSpPr>
          <p:cNvPr id="21" name="Text Placeholder 14">
            <a:extLst>
              <a:ext uri="{FF2B5EF4-FFF2-40B4-BE49-F238E27FC236}">
                <a16:creationId xmlns:a16="http://schemas.microsoft.com/office/drawing/2014/main" id="{5E15D97E-2723-48C3-B835-65DB0286DB64}"/>
              </a:ext>
            </a:extLst>
          </p:cNvPr>
          <p:cNvSpPr>
            <a:spLocks noGrp="1"/>
          </p:cNvSpPr>
          <p:nvPr>
            <p:ph type="body" sz="quarter" idx="13" hasCustomPrompt="1"/>
          </p:nvPr>
        </p:nvSpPr>
        <p:spPr>
          <a:xfrm>
            <a:off x="8240540" y="3675708"/>
            <a:ext cx="3135771" cy="1101897"/>
          </a:xfrm>
        </p:spPr>
        <p:txBody>
          <a:bodyPr>
            <a:noAutofit/>
          </a:bodyPr>
          <a:lstStyle>
            <a:lvl1pPr marL="0" indent="0" algn="r">
              <a:buNone/>
              <a:defRPr sz="3500" b="0" i="0">
                <a:solidFill>
                  <a:schemeClr val="tx2"/>
                </a:solidFill>
              </a:defRPr>
            </a:lvl1pPr>
          </a:lstStyle>
          <a:p>
            <a:pPr lvl="0"/>
            <a:r>
              <a:rPr lang="en-US" dirty="0"/>
              <a:t>Alexander</a:t>
            </a:r>
            <a:br>
              <a:rPr lang="en-US" dirty="0"/>
            </a:br>
            <a:r>
              <a:rPr lang="en-US" dirty="0" err="1"/>
              <a:t>Martensson</a:t>
            </a:r>
            <a:endParaRPr lang="en-US" dirty="0"/>
          </a:p>
        </p:txBody>
      </p:sp>
      <p:sp>
        <p:nvSpPr>
          <p:cNvPr id="25" name="Text Placeholder 26">
            <a:extLst>
              <a:ext uri="{FF2B5EF4-FFF2-40B4-BE49-F238E27FC236}">
                <a16:creationId xmlns:a16="http://schemas.microsoft.com/office/drawing/2014/main" id="{4D45CEBA-121A-426A-897A-9E3CDC5F5CC1}"/>
              </a:ext>
            </a:extLst>
          </p:cNvPr>
          <p:cNvSpPr>
            <a:spLocks noGrp="1"/>
          </p:cNvSpPr>
          <p:nvPr>
            <p:ph type="body" sz="quarter" idx="22" hasCustomPrompt="1"/>
          </p:nvPr>
        </p:nvSpPr>
        <p:spPr>
          <a:xfrm>
            <a:off x="7008780" y="5019264"/>
            <a:ext cx="4367531" cy="474519"/>
          </a:xfrm>
        </p:spPr>
        <p:txBody>
          <a:bodyPr>
            <a:noAutofit/>
          </a:bodyPr>
          <a:lstStyle>
            <a:lvl1pPr marL="0" indent="0" algn="r">
              <a:buNone/>
              <a:defRPr sz="22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678-555-0128</a:t>
            </a:r>
          </a:p>
        </p:txBody>
      </p:sp>
      <p:sp>
        <p:nvSpPr>
          <p:cNvPr id="28" name="Text Placeholder 26">
            <a:extLst>
              <a:ext uri="{FF2B5EF4-FFF2-40B4-BE49-F238E27FC236}">
                <a16:creationId xmlns:a16="http://schemas.microsoft.com/office/drawing/2014/main" id="{0767B0C7-7BD9-4BF1-8D3D-91DED23803E6}"/>
              </a:ext>
            </a:extLst>
          </p:cNvPr>
          <p:cNvSpPr>
            <a:spLocks noGrp="1"/>
          </p:cNvSpPr>
          <p:nvPr>
            <p:ph type="body" sz="quarter" idx="23" hasCustomPrompt="1"/>
          </p:nvPr>
        </p:nvSpPr>
        <p:spPr>
          <a:xfrm>
            <a:off x="7008780" y="4805882"/>
            <a:ext cx="4367531" cy="288000"/>
          </a:xfrm>
        </p:spPr>
        <p:txBody>
          <a:bodyPr>
            <a:noAutofit/>
          </a:bodyPr>
          <a:lstStyle>
            <a:lvl1pPr marL="0" indent="0" algn="r">
              <a:buNone/>
              <a:defRPr sz="14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Phone</a:t>
            </a:r>
          </a:p>
        </p:txBody>
      </p:sp>
      <p:sp>
        <p:nvSpPr>
          <p:cNvPr id="31" name="Text Placeholder 26">
            <a:extLst>
              <a:ext uri="{FF2B5EF4-FFF2-40B4-BE49-F238E27FC236}">
                <a16:creationId xmlns:a16="http://schemas.microsoft.com/office/drawing/2014/main" id="{26B74744-5435-47DD-B65F-16D8E7AC1557}"/>
              </a:ext>
            </a:extLst>
          </p:cNvPr>
          <p:cNvSpPr>
            <a:spLocks noGrp="1"/>
          </p:cNvSpPr>
          <p:nvPr>
            <p:ph type="body" sz="quarter" idx="24" hasCustomPrompt="1"/>
          </p:nvPr>
        </p:nvSpPr>
        <p:spPr>
          <a:xfrm>
            <a:off x="5455755" y="5685822"/>
            <a:ext cx="5920556" cy="474519"/>
          </a:xfrm>
        </p:spPr>
        <p:txBody>
          <a:bodyPr>
            <a:noAutofit/>
          </a:bodyPr>
          <a:lstStyle>
            <a:lvl1pPr marL="0" indent="0" algn="r">
              <a:buNone/>
              <a:defRPr sz="22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martensson@example.com</a:t>
            </a:r>
          </a:p>
        </p:txBody>
      </p:sp>
      <p:sp>
        <p:nvSpPr>
          <p:cNvPr id="32" name="Text Placeholder 26">
            <a:extLst>
              <a:ext uri="{FF2B5EF4-FFF2-40B4-BE49-F238E27FC236}">
                <a16:creationId xmlns:a16="http://schemas.microsoft.com/office/drawing/2014/main" id="{20815411-0E43-4B6B-92C7-6E312091ABAB}"/>
              </a:ext>
            </a:extLst>
          </p:cNvPr>
          <p:cNvSpPr>
            <a:spLocks noGrp="1"/>
          </p:cNvSpPr>
          <p:nvPr>
            <p:ph type="body" sz="quarter" idx="25" hasCustomPrompt="1"/>
          </p:nvPr>
        </p:nvSpPr>
        <p:spPr>
          <a:xfrm>
            <a:off x="7008780" y="5466001"/>
            <a:ext cx="4367531" cy="288000"/>
          </a:xfrm>
        </p:spPr>
        <p:txBody>
          <a:bodyPr>
            <a:noAutofit/>
          </a:bodyPr>
          <a:lstStyle>
            <a:lvl1pPr marL="0" indent="0" algn="r">
              <a:buNone/>
              <a:defRPr sz="14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Email</a:t>
            </a:r>
          </a:p>
        </p:txBody>
      </p:sp>
    </p:spTree>
    <p:extLst>
      <p:ext uri="{BB962C8B-B14F-4D97-AF65-F5344CB8AC3E}">
        <p14:creationId xmlns:p14="http://schemas.microsoft.com/office/powerpoint/2010/main" val="2153193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E43AF0D-28CB-4D3A-A944-CE3DCAAC5657}"/>
              </a:ext>
            </a:extLst>
          </p:cNvPr>
          <p:cNvSpPr/>
          <p:nvPr userDrawn="1"/>
        </p:nvSpPr>
        <p:spPr>
          <a:xfrm>
            <a:off x="3033191" y="0"/>
            <a:ext cx="9155634" cy="6858000"/>
          </a:xfrm>
          <a:custGeom>
            <a:avLst/>
            <a:gdLst>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2101419 w 9155634"/>
              <a:gd name="connsiteY4" fmla="*/ 3511550 h 6858000"/>
              <a:gd name="connsiteX5" fmla="*/ 3591129 w 9155634"/>
              <a:gd name="connsiteY5" fmla="*/ 3511550 h 6858000"/>
              <a:gd name="connsiteX6" fmla="*/ 2150949 w 9155634"/>
              <a:gd name="connsiteY6" fmla="*/ 6858000 h 6858000"/>
              <a:gd name="connsiteX7" fmla="*/ 661239 w 9155634"/>
              <a:gd name="connsiteY7" fmla="*/ 6858000 h 6858000"/>
              <a:gd name="connsiteX8" fmla="*/ 8147889 w 9155634"/>
              <a:gd name="connsiteY8" fmla="*/ 0 h 6858000"/>
              <a:gd name="connsiteX9" fmla="*/ 9155634 w 9155634"/>
              <a:gd name="connsiteY9" fmla="*/ 0 h 6858000"/>
              <a:gd name="connsiteX10" fmla="*/ 9155634 w 9155634"/>
              <a:gd name="connsiteY10" fmla="*/ 3346450 h 6858000"/>
              <a:gd name="connsiteX11" fmla="*/ 6707709 w 9155634"/>
              <a:gd name="connsiteY11" fmla="*/ 3346450 h 6858000"/>
              <a:gd name="connsiteX12" fmla="*/ 5350079 w 9155634"/>
              <a:gd name="connsiteY12" fmla="*/ 0 h 6858000"/>
              <a:gd name="connsiteX13" fmla="*/ 7912939 w 9155634"/>
              <a:gd name="connsiteY13" fmla="*/ 0 h 6858000"/>
              <a:gd name="connsiteX14" fmla="*/ 4961459 w 9155634"/>
              <a:gd name="connsiteY14" fmla="*/ 6858000 h 6858000"/>
              <a:gd name="connsiteX15" fmla="*/ 2399869 w 9155634"/>
              <a:gd name="connsiteY15" fmla="*/ 6858000 h 6858000"/>
              <a:gd name="connsiteX16" fmla="*/ 3612719 w 9155634"/>
              <a:gd name="connsiteY16" fmla="*/ 0 h 6858000"/>
              <a:gd name="connsiteX17" fmla="*/ 5102429 w 9155634"/>
              <a:gd name="connsiteY17" fmla="*/ 0 h 6858000"/>
              <a:gd name="connsiteX18" fmla="*/ 3662249 w 9155634"/>
              <a:gd name="connsiteY18" fmla="*/ 3346450 h 6858000"/>
              <a:gd name="connsiteX19" fmla="*/ 2172539 w 9155634"/>
              <a:gd name="connsiteY19" fmla="*/ 3346450 h 6858000"/>
              <a:gd name="connsiteX20" fmla="*/ 2947249 w 9155634"/>
              <a:gd name="connsiteY20" fmla="*/ 0 h 6858000"/>
              <a:gd name="connsiteX21" fmla="*/ 3381579 w 9155634"/>
              <a:gd name="connsiteY21" fmla="*/ 0 h 6858000"/>
              <a:gd name="connsiteX22" fmla="*/ 430099 w 9155634"/>
              <a:gd name="connsiteY22" fmla="*/ 6858000 h 6858000"/>
              <a:gd name="connsiteX23" fmla="*/ 0 w 9155634"/>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155634" h="6858000">
                <a:moveTo>
                  <a:pt x="6636589" y="3511550"/>
                </a:moveTo>
                <a:lnTo>
                  <a:pt x="9155634" y="3511550"/>
                </a:lnTo>
                <a:lnTo>
                  <a:pt x="9155634" y="6858000"/>
                </a:lnTo>
                <a:lnTo>
                  <a:pt x="5196409" y="6858000"/>
                </a:lnTo>
                <a:close/>
                <a:moveTo>
                  <a:pt x="2101419" y="3511550"/>
                </a:moveTo>
                <a:lnTo>
                  <a:pt x="3591129" y="3511550"/>
                </a:lnTo>
                <a:lnTo>
                  <a:pt x="2150949" y="6858000"/>
                </a:lnTo>
                <a:lnTo>
                  <a:pt x="661239" y="6858000"/>
                </a:lnTo>
                <a:close/>
                <a:moveTo>
                  <a:pt x="8147889" y="0"/>
                </a:moveTo>
                <a:lnTo>
                  <a:pt x="9155634" y="0"/>
                </a:lnTo>
                <a:lnTo>
                  <a:pt x="9155634" y="3346450"/>
                </a:lnTo>
                <a:lnTo>
                  <a:pt x="6707709" y="3346450"/>
                </a:lnTo>
                <a:close/>
                <a:moveTo>
                  <a:pt x="5350079" y="0"/>
                </a:moveTo>
                <a:lnTo>
                  <a:pt x="7912939" y="0"/>
                </a:lnTo>
                <a:lnTo>
                  <a:pt x="4961459" y="6858000"/>
                </a:lnTo>
                <a:lnTo>
                  <a:pt x="2399869" y="6858000"/>
                </a:lnTo>
                <a:close/>
                <a:moveTo>
                  <a:pt x="3612719" y="0"/>
                </a:moveTo>
                <a:lnTo>
                  <a:pt x="5102429" y="0"/>
                </a:lnTo>
                <a:lnTo>
                  <a:pt x="3662249" y="3346450"/>
                </a:lnTo>
                <a:lnTo>
                  <a:pt x="2172539" y="3346450"/>
                </a:lnTo>
                <a:close/>
                <a:moveTo>
                  <a:pt x="2947249" y="0"/>
                </a:moveTo>
                <a:lnTo>
                  <a:pt x="3381579" y="0"/>
                </a:lnTo>
                <a:lnTo>
                  <a:pt x="430099" y="6858000"/>
                </a:lnTo>
                <a:lnTo>
                  <a:pt x="0" y="6858000"/>
                </a:lnTo>
                <a:close/>
              </a:path>
            </a:pathLst>
          </a:custGeom>
          <a:solidFill>
            <a:schemeClr val="bg2">
              <a:alpha val="15000"/>
            </a:schemeClr>
          </a:solidFill>
          <a:ln w="12700" cap="flat">
            <a:noFill/>
            <a:prstDash val="solid"/>
            <a:miter/>
          </a:ln>
        </p:spPr>
        <p:txBody>
          <a:bodyPr rtlCol="0" anchor="ctr"/>
          <a:lstStyle/>
          <a:p>
            <a:pPr algn="l"/>
            <a:endParaRPr lang="en-US" dirty="0"/>
          </a:p>
        </p:txBody>
      </p:sp>
      <p:sp>
        <p:nvSpPr>
          <p:cNvPr id="22" name="Graphic 19">
            <a:extLst>
              <a:ext uri="{FF2B5EF4-FFF2-40B4-BE49-F238E27FC236}">
                <a16:creationId xmlns:a16="http://schemas.microsoft.com/office/drawing/2014/main" id="{A6B740BD-8499-412C-AE4E-A4AD7F73100E}"/>
              </a:ext>
            </a:extLst>
          </p:cNvPr>
          <p:cNvSpPr/>
          <p:nvPr/>
        </p:nvSpPr>
        <p:spPr>
          <a:xfrm>
            <a:off x="-10852" y="3369468"/>
            <a:ext cx="3722400" cy="144000"/>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6" name="Title 1">
            <a:extLst>
              <a:ext uri="{FF2B5EF4-FFF2-40B4-BE49-F238E27FC236}">
                <a16:creationId xmlns:a16="http://schemas.microsoft.com/office/drawing/2014/main" id="{310DFD8C-544F-465B-8315-8B3AA8B95790}"/>
              </a:ext>
            </a:extLst>
          </p:cNvPr>
          <p:cNvSpPr>
            <a:spLocks noGrp="1"/>
          </p:cNvSpPr>
          <p:nvPr>
            <p:ph type="title" hasCustomPrompt="1"/>
          </p:nvPr>
        </p:nvSpPr>
        <p:spPr>
          <a:xfrm>
            <a:off x="770021" y="1096344"/>
            <a:ext cx="10510754" cy="2281355"/>
          </a:xfrm>
        </p:spPr>
        <p:txBody>
          <a:bodyPr>
            <a:noAutofit/>
          </a:bodyPr>
          <a:lstStyle>
            <a:lvl1pPr algn="l">
              <a:defRPr sz="7000" b="1">
                <a:solidFill>
                  <a:schemeClr val="bg1"/>
                </a:solidFill>
              </a:defRPr>
            </a:lvl1pPr>
          </a:lstStyle>
          <a:p>
            <a:r>
              <a:rPr lang="en-US" dirty="0"/>
              <a:t>PRESENTATION</a:t>
            </a:r>
            <a:r>
              <a:rPr lang="ru-RU" dirty="0"/>
              <a:t/>
            </a:r>
            <a:br>
              <a:rPr lang="ru-RU" dirty="0"/>
            </a:br>
            <a:r>
              <a:rPr lang="en-US" dirty="0"/>
              <a:t>TITLE</a:t>
            </a:r>
            <a:endParaRPr lang="ru-RU" dirty="0"/>
          </a:p>
        </p:txBody>
      </p:sp>
      <p:sp>
        <p:nvSpPr>
          <p:cNvPr id="15" name="Subtitle 2">
            <a:extLst>
              <a:ext uri="{FF2B5EF4-FFF2-40B4-BE49-F238E27FC236}">
                <a16:creationId xmlns:a16="http://schemas.microsoft.com/office/drawing/2014/main" id="{8046DF3F-8EBA-4583-9F19-45C979FDAB65}"/>
              </a:ext>
            </a:extLst>
          </p:cNvPr>
          <p:cNvSpPr>
            <a:spLocks noGrp="1"/>
          </p:cNvSpPr>
          <p:nvPr>
            <p:ph type="subTitle" idx="1"/>
          </p:nvPr>
        </p:nvSpPr>
        <p:spPr>
          <a:xfrm>
            <a:off x="770021" y="3773554"/>
            <a:ext cx="10090287" cy="1101897"/>
          </a:xfrm>
        </p:spPr>
        <p:txBody>
          <a:bodyPr vert="horz" lIns="91440" tIns="45720" rIns="91440" bIns="45720" rtlCol="0">
            <a:noAutofit/>
          </a:bodyPr>
          <a:lstStyle>
            <a:lvl1pPr marL="0" indent="0">
              <a:buNone/>
              <a:defRPr lang="en-US" sz="3500" b="0" i="0"/>
            </a:lvl1pPr>
          </a:lstStyle>
          <a:p>
            <a:pPr marL="228600" lvl="0" indent="-228600"/>
            <a:r>
              <a:rPr lang="en-US" smtClean="0"/>
              <a:t>Click to edit Master subtitle style</a:t>
            </a:r>
            <a:endParaRPr lang="en-US"/>
          </a:p>
        </p:txBody>
      </p:sp>
    </p:spTree>
    <p:extLst>
      <p:ext uri="{BB962C8B-B14F-4D97-AF65-F5344CB8AC3E}">
        <p14:creationId xmlns:p14="http://schemas.microsoft.com/office/powerpoint/2010/main" val="1946741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982713AA-FAF7-4D64-AB9D-53ACFDBF8B5B}"/>
              </a:ext>
            </a:extLst>
          </p:cNvPr>
          <p:cNvSpPr/>
          <p:nvPr userDrawn="1"/>
        </p:nvSpPr>
        <p:spPr>
          <a:xfrm>
            <a:off x="-1" y="172278"/>
            <a:ext cx="12192000" cy="6559826"/>
          </a:xfrm>
          <a:custGeom>
            <a:avLst/>
            <a:gdLst>
              <a:gd name="connsiteX0" fmla="*/ 5864259 w 12192000"/>
              <a:gd name="connsiteY0" fmla="*/ 2854132 h 6559826"/>
              <a:gd name="connsiteX1" fmla="*/ 5864259 w 12192000"/>
              <a:gd name="connsiteY1" fmla="*/ 5342062 h 6559826"/>
              <a:gd name="connsiteX2" fmla="*/ 6907 w 12192000"/>
              <a:gd name="connsiteY2" fmla="*/ 6559826 h 6559826"/>
              <a:gd name="connsiteX3" fmla="*/ 0 w 12192000"/>
              <a:gd name="connsiteY3" fmla="*/ 6559826 h 6559826"/>
              <a:gd name="connsiteX4" fmla="*/ 0 w 12192000"/>
              <a:gd name="connsiteY4" fmla="*/ 4073332 h 6559826"/>
              <a:gd name="connsiteX5" fmla="*/ 12192000 w 12192000"/>
              <a:gd name="connsiteY5" fmla="*/ 2685378 h 6559826"/>
              <a:gd name="connsiteX6" fmla="*/ 12192000 w 12192000"/>
              <a:gd name="connsiteY6" fmla="*/ 5173308 h 6559826"/>
              <a:gd name="connsiteX7" fmla="*/ 6104805 w 12192000"/>
              <a:gd name="connsiteY7" fmla="*/ 6429182 h 6559826"/>
              <a:gd name="connsiteX8" fmla="*/ 6104805 w 12192000"/>
              <a:gd name="connsiteY8" fmla="*/ 3941252 h 6559826"/>
              <a:gd name="connsiteX9" fmla="*/ 11991762 w 12192000"/>
              <a:gd name="connsiteY9" fmla="*/ 0 h 6559826"/>
              <a:gd name="connsiteX10" fmla="*/ 12192000 w 12192000"/>
              <a:gd name="connsiteY10" fmla="*/ 0 h 6559826"/>
              <a:gd name="connsiteX11" fmla="*/ 12192000 w 12192000"/>
              <a:gd name="connsiteY11" fmla="*/ 2446611 h 6559826"/>
              <a:gd name="connsiteX12" fmla="*/ 6104805 w 12192000"/>
              <a:gd name="connsiteY12" fmla="*/ 3701222 h 6559826"/>
              <a:gd name="connsiteX13" fmla="*/ 6104805 w 12192000"/>
              <a:gd name="connsiteY13" fmla="*/ 1214562 h 655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559826">
                <a:moveTo>
                  <a:pt x="5864259" y="2854132"/>
                </a:moveTo>
                <a:lnTo>
                  <a:pt x="5864259" y="5342062"/>
                </a:lnTo>
                <a:lnTo>
                  <a:pt x="6907" y="6559826"/>
                </a:lnTo>
                <a:lnTo>
                  <a:pt x="0" y="6559826"/>
                </a:lnTo>
                <a:lnTo>
                  <a:pt x="0" y="4073332"/>
                </a:lnTo>
                <a:close/>
                <a:moveTo>
                  <a:pt x="12192000" y="2685378"/>
                </a:moveTo>
                <a:lnTo>
                  <a:pt x="12192000" y="5173308"/>
                </a:lnTo>
                <a:lnTo>
                  <a:pt x="6104805" y="6429182"/>
                </a:lnTo>
                <a:lnTo>
                  <a:pt x="6104805" y="3941252"/>
                </a:lnTo>
                <a:close/>
                <a:moveTo>
                  <a:pt x="11991762" y="0"/>
                </a:moveTo>
                <a:lnTo>
                  <a:pt x="12192000" y="0"/>
                </a:lnTo>
                <a:lnTo>
                  <a:pt x="12192000" y="2446611"/>
                </a:lnTo>
                <a:lnTo>
                  <a:pt x="6104805" y="3701222"/>
                </a:lnTo>
                <a:lnTo>
                  <a:pt x="6104805" y="1214562"/>
                </a:lnTo>
                <a:close/>
              </a:path>
            </a:pathLst>
          </a:custGeom>
          <a:solidFill>
            <a:schemeClr val="bg2">
              <a:alpha val="15000"/>
            </a:schemeClr>
          </a:solidFill>
          <a:ln w="12700" cap="flat">
            <a:noFill/>
            <a:prstDash val="solid"/>
            <a:miter/>
          </a:ln>
        </p:spPr>
        <p:txBody>
          <a:bodyPr rtlCol="0" anchor="ctr"/>
          <a:lstStyle/>
          <a:p>
            <a:pPr algn="l"/>
            <a:endParaRPr lang="en-US"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777240" y="1033272"/>
            <a:ext cx="5056083" cy="782638"/>
          </a:xfrm>
        </p:spPr>
        <p:txBody>
          <a:bodyPr>
            <a:normAutofit/>
          </a:bodyPr>
          <a:lstStyle>
            <a:lvl1pPr algn="l">
              <a:defRPr sz="4000" b="1">
                <a:solidFill>
                  <a:schemeClr val="bg1"/>
                </a:solidFill>
              </a:defRPr>
            </a:lvl1pPr>
          </a:lstStyle>
          <a:p>
            <a:r>
              <a:rPr lang="en-US" dirty="0"/>
              <a:t>DIVIDER SLIDE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5" name="Graphic 4">
            <a:extLst>
              <a:ext uri="{FF2B5EF4-FFF2-40B4-BE49-F238E27FC236}">
                <a16:creationId xmlns:a16="http://schemas.microsoft.com/office/drawing/2014/main" id="{2095D1D4-8CA3-4CA3-825D-088EDB51A8AE}"/>
              </a:ext>
            </a:extLst>
          </p:cNvPr>
          <p:cNvSpPr/>
          <p:nvPr/>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7" name="Graphic 15">
            <a:extLst>
              <a:ext uri="{FF2B5EF4-FFF2-40B4-BE49-F238E27FC236}">
                <a16:creationId xmlns:a16="http://schemas.microsoft.com/office/drawing/2014/main" id="{2DB5E70B-ECC9-4800-9DC0-5897EF3F16AB}"/>
              </a:ext>
            </a:extLst>
          </p:cNvPr>
          <p:cNvSpPr/>
          <p:nvPr/>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0" name="Text Placeholder 2">
            <a:extLst>
              <a:ext uri="{FF2B5EF4-FFF2-40B4-BE49-F238E27FC236}">
                <a16:creationId xmlns:a16="http://schemas.microsoft.com/office/drawing/2014/main" id="{A3B87DE7-6A4B-4A0E-8622-C9BA93F0B364}"/>
              </a:ext>
            </a:extLst>
          </p:cNvPr>
          <p:cNvSpPr>
            <a:spLocks noGrp="1"/>
          </p:cNvSpPr>
          <p:nvPr>
            <p:ph type="body" idx="1"/>
          </p:nvPr>
        </p:nvSpPr>
        <p:spPr>
          <a:xfrm>
            <a:off x="777240" y="2225393"/>
            <a:ext cx="5110693" cy="782638"/>
          </a:xfrm>
        </p:spPr>
        <p:txBody>
          <a:bodyPr vert="horz" lIns="91440" tIns="45720" rIns="91440" bIns="45720" rtlCol="0">
            <a:normAutofit/>
          </a:bodyPr>
          <a:lstStyle>
            <a:lvl1pPr marL="0" indent="0">
              <a:buNone/>
              <a:defRPr lang="en-US" sz="2200"/>
            </a:lvl1pPr>
          </a:lstStyle>
          <a:p>
            <a:pPr marL="228600" lvl="0" indent="-228600"/>
            <a:r>
              <a:rPr lang="en-US" smtClean="0"/>
              <a:t>Edit Master text styles</a:t>
            </a:r>
          </a:p>
        </p:txBody>
      </p:sp>
    </p:spTree>
    <p:extLst>
      <p:ext uri="{BB962C8B-B14F-4D97-AF65-F5344CB8AC3E}">
        <p14:creationId xmlns:p14="http://schemas.microsoft.com/office/powerpoint/2010/main" val="34723881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id="{BF046B1A-A07C-45A3-8FE5-724E34853137}"/>
              </a:ext>
            </a:extLst>
          </p:cNvPr>
          <p:cNvSpPr>
            <a:spLocks noGrp="1"/>
          </p:cNvSpPr>
          <p:nvPr>
            <p:ph type="title"/>
          </p:nvPr>
        </p:nvSpPr>
        <p:spPr/>
        <p:txBody>
          <a:bodyPr anchor="b"/>
          <a:lstStyle/>
          <a:p>
            <a:r>
              <a:rPr lang="en-US" smtClean="0"/>
              <a:t>Click to edit Master title style</a:t>
            </a:r>
            <a:endParaRPr lang="en-US"/>
          </a:p>
        </p:txBody>
      </p:sp>
      <p:sp>
        <p:nvSpPr>
          <p:cNvPr id="10" name="Content Placeholder 2">
            <a:extLst>
              <a:ext uri="{FF2B5EF4-FFF2-40B4-BE49-F238E27FC236}">
                <a16:creationId xmlns:a16="http://schemas.microsoft.com/office/drawing/2014/main" id="{83799919-7F2B-44B7-BF0B-B0CE733AC667}"/>
              </a:ext>
            </a:extLst>
          </p:cNvPr>
          <p:cNvSpPr>
            <a:spLocks noGrp="1"/>
          </p:cNvSpPr>
          <p:nvPr>
            <p:ph idx="1"/>
          </p:nvPr>
        </p:nvSpPr>
        <p:spPr>
          <a:xfrm>
            <a:off x="838200" y="2277755"/>
            <a:ext cx="10515600" cy="389920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31123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id="{BF046B1A-A07C-45A3-8FE5-724E34853137}"/>
              </a:ext>
            </a:extLst>
          </p:cNvPr>
          <p:cNvSpPr>
            <a:spLocks noGrp="1"/>
          </p:cNvSpPr>
          <p:nvPr>
            <p:ph type="title"/>
          </p:nvPr>
        </p:nvSpPr>
        <p:spPr/>
        <p:txBody>
          <a:bodyPr anchor="b"/>
          <a:lstStyle/>
          <a:p>
            <a:r>
              <a:rPr lang="en-US" smtClean="0"/>
              <a:t>Click to edit Master title style</a:t>
            </a:r>
            <a:endParaRPr lang="en-US"/>
          </a:p>
        </p:txBody>
      </p:sp>
      <p:sp>
        <p:nvSpPr>
          <p:cNvPr id="15" name="Content Placeholder 2">
            <a:extLst>
              <a:ext uri="{FF2B5EF4-FFF2-40B4-BE49-F238E27FC236}">
                <a16:creationId xmlns:a16="http://schemas.microsoft.com/office/drawing/2014/main" id="{5460D6CB-9BA0-4BA9-9CF5-9D21E9F570CE}"/>
              </a:ext>
            </a:extLst>
          </p:cNvPr>
          <p:cNvSpPr>
            <a:spLocks noGrp="1"/>
          </p:cNvSpPr>
          <p:nvPr>
            <p:ph sz="half" idx="1"/>
          </p:nvPr>
        </p:nvSpPr>
        <p:spPr>
          <a:xfrm>
            <a:off x="838200" y="2277755"/>
            <a:ext cx="5181600" cy="3899207"/>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Content Placeholder 3">
            <a:extLst>
              <a:ext uri="{FF2B5EF4-FFF2-40B4-BE49-F238E27FC236}">
                <a16:creationId xmlns:a16="http://schemas.microsoft.com/office/drawing/2014/main" id="{EB0DDB5D-8949-4E45-A7CD-0402580BB05B}"/>
              </a:ext>
            </a:extLst>
          </p:cNvPr>
          <p:cNvSpPr>
            <a:spLocks noGrp="1"/>
          </p:cNvSpPr>
          <p:nvPr>
            <p:ph sz="half" idx="2"/>
          </p:nvPr>
        </p:nvSpPr>
        <p:spPr>
          <a:xfrm>
            <a:off x="6172200" y="2277755"/>
            <a:ext cx="5181600" cy="3899208"/>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70607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id="{BF046B1A-A07C-45A3-8FE5-724E34853137}"/>
              </a:ext>
            </a:extLst>
          </p:cNvPr>
          <p:cNvSpPr>
            <a:spLocks noGrp="1"/>
          </p:cNvSpPr>
          <p:nvPr>
            <p:ph type="title"/>
          </p:nvPr>
        </p:nvSpPr>
        <p:spPr/>
        <p:txBody>
          <a:bodyPr anchor="b"/>
          <a:lstStyle/>
          <a:p>
            <a:r>
              <a:rPr lang="en-US" smtClean="0"/>
              <a:t>Click to edit Master title style</a:t>
            </a:r>
            <a:endParaRPr lang="en-US"/>
          </a:p>
        </p:txBody>
      </p:sp>
      <p:sp>
        <p:nvSpPr>
          <p:cNvPr id="15" name="Text Placeholder 2">
            <a:extLst>
              <a:ext uri="{FF2B5EF4-FFF2-40B4-BE49-F238E27FC236}">
                <a16:creationId xmlns:a16="http://schemas.microsoft.com/office/drawing/2014/main" id="{82C817C4-D92F-4269-B22D-5C2E522418D8}"/>
              </a:ext>
            </a:extLst>
          </p:cNvPr>
          <p:cNvSpPr>
            <a:spLocks noGrp="1"/>
          </p:cNvSpPr>
          <p:nvPr>
            <p:ph type="body" idx="1"/>
          </p:nvPr>
        </p:nvSpPr>
        <p:spPr>
          <a:xfrm>
            <a:off x="839788" y="2068513"/>
            <a:ext cx="5157787" cy="4365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Content Placeholder 3">
            <a:extLst>
              <a:ext uri="{FF2B5EF4-FFF2-40B4-BE49-F238E27FC236}">
                <a16:creationId xmlns:a16="http://schemas.microsoft.com/office/drawing/2014/main" id="{C61514A7-2DEE-47E3-BCB4-FB81E9981DA7}"/>
              </a:ext>
            </a:extLst>
          </p:cNvPr>
          <p:cNvSpPr>
            <a:spLocks noGrp="1"/>
          </p:cNvSpPr>
          <p:nvPr>
            <p:ph sz="half" idx="2"/>
          </p:nvPr>
        </p:nvSpPr>
        <p:spPr>
          <a:xfrm>
            <a:off x="839788" y="2505075"/>
            <a:ext cx="5157787" cy="368458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7" name="Text Placeholder 4">
            <a:extLst>
              <a:ext uri="{FF2B5EF4-FFF2-40B4-BE49-F238E27FC236}">
                <a16:creationId xmlns:a16="http://schemas.microsoft.com/office/drawing/2014/main" id="{3455C9D3-0938-4236-8E64-BBF582FCD239}"/>
              </a:ext>
            </a:extLst>
          </p:cNvPr>
          <p:cNvSpPr>
            <a:spLocks noGrp="1"/>
          </p:cNvSpPr>
          <p:nvPr>
            <p:ph type="body" sz="quarter" idx="3"/>
          </p:nvPr>
        </p:nvSpPr>
        <p:spPr>
          <a:xfrm>
            <a:off x="6172200" y="2068511"/>
            <a:ext cx="5183188" cy="436563"/>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8" name="Content Placeholder 5">
            <a:extLst>
              <a:ext uri="{FF2B5EF4-FFF2-40B4-BE49-F238E27FC236}">
                <a16:creationId xmlns:a16="http://schemas.microsoft.com/office/drawing/2014/main" id="{7331E254-1410-4989-81DE-84B684ACC71F}"/>
              </a:ext>
            </a:extLst>
          </p:cNvPr>
          <p:cNvSpPr>
            <a:spLocks noGrp="1"/>
          </p:cNvSpPr>
          <p:nvPr>
            <p:ph sz="quarter" idx="4"/>
          </p:nvPr>
        </p:nvSpPr>
        <p:spPr>
          <a:xfrm>
            <a:off x="6172200" y="2505075"/>
            <a:ext cx="5183188" cy="368458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18104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7" name="Title 1">
            <a:extLst>
              <a:ext uri="{FF2B5EF4-FFF2-40B4-BE49-F238E27FC236}">
                <a16:creationId xmlns:a16="http://schemas.microsoft.com/office/drawing/2014/main" id="{F68ABD79-6AF5-4911-BEC2-A492F3ECD83D}"/>
              </a:ext>
            </a:extLst>
          </p:cNvPr>
          <p:cNvSpPr>
            <a:spLocks noGrp="1"/>
          </p:cNvSpPr>
          <p:nvPr>
            <p:ph type="title"/>
          </p:nvPr>
        </p:nvSpPr>
        <p:spPr>
          <a:xfrm>
            <a:off x="839788" y="457200"/>
            <a:ext cx="3932237" cy="1345096"/>
          </a:xfrm>
        </p:spPr>
        <p:txBody>
          <a:bodyPr anchor="b"/>
          <a:lstStyle>
            <a:lvl1pPr>
              <a:defRPr sz="3200"/>
            </a:lvl1pPr>
          </a:lstStyle>
          <a:p>
            <a:r>
              <a:rPr lang="en-US" smtClean="0"/>
              <a:t>Click to edit Master title style</a:t>
            </a:r>
            <a:endParaRPr lang="en-US"/>
          </a:p>
        </p:txBody>
      </p:sp>
      <p:sp>
        <p:nvSpPr>
          <p:cNvPr id="8" name="Text Placeholder 3">
            <a:extLst>
              <a:ext uri="{FF2B5EF4-FFF2-40B4-BE49-F238E27FC236}">
                <a16:creationId xmlns:a16="http://schemas.microsoft.com/office/drawing/2014/main" id="{6489A680-EBE7-45A3-B520-2C50F59C7932}"/>
              </a:ext>
            </a:extLst>
          </p:cNvPr>
          <p:cNvSpPr>
            <a:spLocks noGrp="1"/>
          </p:cNvSpPr>
          <p:nvPr>
            <p:ph type="body" sz="half" idx="2"/>
          </p:nvPr>
        </p:nvSpPr>
        <p:spPr>
          <a:xfrm>
            <a:off x="839788" y="2166148"/>
            <a:ext cx="3932237" cy="37028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9" name="Content Placeholder 2">
            <a:extLst>
              <a:ext uri="{FF2B5EF4-FFF2-40B4-BE49-F238E27FC236}">
                <a16:creationId xmlns:a16="http://schemas.microsoft.com/office/drawing/2014/main" id="{202EEB9F-D255-46E9-AFBB-FCC4D93BEFC3}"/>
              </a:ext>
            </a:extLst>
          </p:cNvPr>
          <p:cNvSpPr>
            <a:spLocks noGrp="1"/>
          </p:cNvSpPr>
          <p:nvPr>
            <p:ph idx="1"/>
          </p:nvPr>
        </p:nvSpPr>
        <p:spPr>
          <a:xfrm>
            <a:off x="5183188" y="457201"/>
            <a:ext cx="6172200" cy="5403850"/>
          </a:xfrm>
        </p:spPr>
        <p:txBody>
          <a:bodyPr/>
          <a:lstStyle>
            <a:lvl1pPr>
              <a:defRPr sz="3200">
                <a:solidFill>
                  <a:schemeClr val="bg1"/>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Graphic 15">
            <a:extLst>
              <a:ext uri="{FF2B5EF4-FFF2-40B4-BE49-F238E27FC236}">
                <a16:creationId xmlns:a16="http://schemas.microsoft.com/office/drawing/2014/main" id="{4F729341-632E-4151-9863-D40D91A16F84}"/>
              </a:ext>
            </a:extLst>
          </p:cNvPr>
          <p:cNvSpPr/>
          <p:nvPr userDrawn="1"/>
        </p:nvSpPr>
        <p:spPr>
          <a:xfrm>
            <a:off x="-11174" y="1947672"/>
            <a:ext cx="493776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094843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6" name="Graphic 4">
            <a:extLst>
              <a:ext uri="{FF2B5EF4-FFF2-40B4-BE49-F238E27FC236}">
                <a16:creationId xmlns:a16="http://schemas.microsoft.com/office/drawing/2014/main" id="{7D57D3C0-DF85-4866-AC4B-ED6A0F6963A5}"/>
              </a:ext>
            </a:extLst>
          </p:cNvPr>
          <p:cNvSpPr/>
          <p:nvPr/>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1" name="Graphic 15">
            <a:extLst>
              <a:ext uri="{FF2B5EF4-FFF2-40B4-BE49-F238E27FC236}">
                <a16:creationId xmlns:a16="http://schemas.microsoft.com/office/drawing/2014/main" id="{FA387E18-8CE1-1648-81B1-6F1A0F183C30}"/>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9" name="Title 1">
            <a:extLst>
              <a:ext uri="{FF2B5EF4-FFF2-40B4-BE49-F238E27FC236}">
                <a16:creationId xmlns:a16="http://schemas.microsoft.com/office/drawing/2014/main" id="{44469CAF-CD13-4CCC-9569-14C8070AB355}"/>
              </a:ext>
            </a:extLst>
          </p:cNvPr>
          <p:cNvSpPr>
            <a:spLocks noGrp="1"/>
          </p:cNvSpPr>
          <p:nvPr>
            <p:ph type="title"/>
          </p:nvPr>
        </p:nvSpPr>
        <p:spPr>
          <a:xfrm>
            <a:off x="839788" y="457200"/>
            <a:ext cx="3932237" cy="1380744"/>
          </a:xfrm>
        </p:spPr>
        <p:txBody>
          <a:bodyPr anchor="b"/>
          <a:lstStyle>
            <a:lvl1pPr>
              <a:defRPr sz="3200"/>
            </a:lvl1pPr>
          </a:lstStyle>
          <a:p>
            <a:r>
              <a:rPr lang="en-US" smtClean="0"/>
              <a:t>Click to edit Master title style</a:t>
            </a:r>
            <a:endParaRPr lang="en-US" dirty="0"/>
          </a:p>
        </p:txBody>
      </p:sp>
      <p:sp>
        <p:nvSpPr>
          <p:cNvPr id="10" name="Text Placeholder 3">
            <a:extLst>
              <a:ext uri="{FF2B5EF4-FFF2-40B4-BE49-F238E27FC236}">
                <a16:creationId xmlns:a16="http://schemas.microsoft.com/office/drawing/2014/main" id="{36D4C583-322D-4347-807F-F6D6AF8852A4}"/>
              </a:ext>
            </a:extLst>
          </p:cNvPr>
          <p:cNvSpPr>
            <a:spLocks noGrp="1"/>
          </p:cNvSpPr>
          <p:nvPr>
            <p:ph type="body" sz="half" idx="2"/>
          </p:nvPr>
        </p:nvSpPr>
        <p:spPr>
          <a:xfrm>
            <a:off x="839788" y="2130500"/>
            <a:ext cx="3932237" cy="37384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13" name="Picture Placeholder 12">
            <a:extLst>
              <a:ext uri="{FF2B5EF4-FFF2-40B4-BE49-F238E27FC236}">
                <a16:creationId xmlns:a16="http://schemas.microsoft.com/office/drawing/2014/main" id="{F138DBAD-2265-4E62-AB5B-F66A60D53F27}"/>
              </a:ext>
            </a:extLst>
          </p:cNvPr>
          <p:cNvSpPr>
            <a:spLocks noGrp="1"/>
          </p:cNvSpPr>
          <p:nvPr>
            <p:ph type="pic" idx="1"/>
          </p:nvPr>
        </p:nvSpPr>
        <p:spPr>
          <a:xfrm>
            <a:off x="5519738" y="0"/>
            <a:ext cx="6103620" cy="6857999"/>
          </a:xfrm>
          <a:custGeom>
            <a:avLst/>
            <a:gdLst>
              <a:gd name="connsiteX0" fmla="*/ 3914141 w 6103620"/>
              <a:gd name="connsiteY0" fmla="*/ 914400 h 6857999"/>
              <a:gd name="connsiteX1" fmla="*/ 6103620 w 6103620"/>
              <a:gd name="connsiteY1" fmla="*/ 914400 h 6857999"/>
              <a:gd name="connsiteX2" fmla="*/ 6103620 w 6103620"/>
              <a:gd name="connsiteY2" fmla="*/ 914404 h 6857999"/>
              <a:gd name="connsiteX3" fmla="*/ 4339591 w 6103620"/>
              <a:gd name="connsiteY3" fmla="*/ 6857999 h 6857999"/>
              <a:gd name="connsiteX4" fmla="*/ 2150113 w 6103620"/>
              <a:gd name="connsiteY4" fmla="*/ 6857999 h 6857999"/>
              <a:gd name="connsiteX5" fmla="*/ 1769111 w 6103620"/>
              <a:gd name="connsiteY5" fmla="*/ 0 h 6857999"/>
              <a:gd name="connsiteX6" fmla="*/ 3958591 w 6103620"/>
              <a:gd name="connsiteY6" fmla="*/ 0 h 6857999"/>
              <a:gd name="connsiteX7" fmla="*/ 2189480 w 6103620"/>
              <a:gd name="connsiteY7" fmla="*/ 5943601 h 6857999"/>
              <a:gd name="connsiteX8" fmla="*/ 0 w 6103620"/>
              <a:gd name="connsiteY8" fmla="*/ 594360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3620" h="6857999">
                <a:moveTo>
                  <a:pt x="3914141" y="914400"/>
                </a:moveTo>
                <a:lnTo>
                  <a:pt x="6103620" y="914400"/>
                </a:lnTo>
                <a:lnTo>
                  <a:pt x="6103620" y="914404"/>
                </a:lnTo>
                <a:lnTo>
                  <a:pt x="4339591" y="6857999"/>
                </a:lnTo>
                <a:lnTo>
                  <a:pt x="2150113" y="6857999"/>
                </a:lnTo>
                <a:close/>
                <a:moveTo>
                  <a:pt x="1769111" y="0"/>
                </a:moveTo>
                <a:lnTo>
                  <a:pt x="3958591" y="0"/>
                </a:lnTo>
                <a:lnTo>
                  <a:pt x="2189480" y="5943601"/>
                </a:lnTo>
                <a:lnTo>
                  <a:pt x="0" y="5943601"/>
                </a:lnTo>
                <a:close/>
              </a:path>
            </a:pathLst>
          </a:custGeom>
          <a:solidFill>
            <a:schemeClr val="bg1">
              <a:lumMod val="65000"/>
            </a:schemeClr>
          </a:solidFill>
        </p:spPr>
        <p:txBody>
          <a:bodyPr wrap="square" anchor="ctr" anchorCtr="0">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extLst>
      <p:ext uri="{BB962C8B-B14F-4D97-AF65-F5344CB8AC3E}">
        <p14:creationId xmlns:p14="http://schemas.microsoft.com/office/powerpoint/2010/main" val="676681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1" name="Title 1">
            <a:extLst>
              <a:ext uri="{FF2B5EF4-FFF2-40B4-BE49-F238E27FC236}">
                <a16:creationId xmlns:a16="http://schemas.microsoft.com/office/drawing/2014/main" id="{AD7B9076-7693-4C5F-8305-D5529FF8077A}"/>
              </a:ext>
            </a:extLst>
          </p:cNvPr>
          <p:cNvSpPr>
            <a:spLocks noGrp="1"/>
          </p:cNvSpPr>
          <p:nvPr>
            <p:ph type="title" hasCustomPrompt="1"/>
          </p:nvPr>
        </p:nvSpPr>
        <p:spPr>
          <a:xfrm>
            <a:off x="774032" y="1033272"/>
            <a:ext cx="5056083" cy="782638"/>
          </a:xfrm>
        </p:spPr>
        <p:txBody>
          <a:bodyPr>
            <a:normAutofit/>
          </a:bodyPr>
          <a:lstStyle>
            <a:lvl1pPr algn="l">
              <a:defRPr sz="4000" b="1">
                <a:solidFill>
                  <a:schemeClr val="bg1"/>
                </a:solidFill>
              </a:defRPr>
            </a:lvl1pPr>
          </a:lstStyle>
          <a:p>
            <a:r>
              <a:rPr lang="en-US" dirty="0"/>
              <a:t>EMPTY SLIDE</a:t>
            </a:r>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24183200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452266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anual">
    <p:bg>
      <p:bgPr>
        <a:solidFill>
          <a:schemeClr val="accent6"/>
        </a:solidFill>
        <a:effectLst/>
      </p:bgPr>
    </p:bg>
    <p:spTree>
      <p:nvGrpSpPr>
        <p:cNvPr id="1" name=""/>
        <p:cNvGrpSpPr/>
        <p:nvPr/>
      </p:nvGrpSpPr>
      <p:grpSpPr>
        <a:xfrm>
          <a:off x="0" y="0"/>
          <a:ext cx="0" cy="0"/>
          <a:chOff x="0" y="0"/>
          <a:chExt cx="0" cy="0"/>
        </a:xfrm>
      </p:grpSpPr>
      <p:sp>
        <p:nvSpPr>
          <p:cNvPr id="31" name="Text Placeholder 21">
            <a:extLst>
              <a:ext uri="{FF2B5EF4-FFF2-40B4-BE49-F238E27FC236}">
                <a16:creationId xmlns:a16="http://schemas.microsoft.com/office/drawing/2014/main" id="{10000CCD-6AFF-4E65-8858-5502306E5811}"/>
              </a:ext>
            </a:extLst>
          </p:cNvPr>
          <p:cNvSpPr>
            <a:spLocks noGrp="1"/>
          </p:cNvSpPr>
          <p:nvPr>
            <p:ph type="body" sz="quarter" idx="13" hasCustomPrompt="1"/>
          </p:nvPr>
        </p:nvSpPr>
        <p:spPr>
          <a:xfrm>
            <a:off x="855578" y="1974209"/>
            <a:ext cx="882686" cy="1092200"/>
          </a:xfrm>
        </p:spPr>
        <p:txBody>
          <a:bodyPr lIns="0" tIns="0" rIns="0" bIns="0">
            <a:noAutofit/>
          </a:bodyPr>
          <a:lstStyle>
            <a:lvl1pPr marL="0" indent="0">
              <a:buNone/>
              <a:defRPr sz="6000" b="1">
                <a:solidFill>
                  <a:schemeClr val="bg2"/>
                </a:solidFill>
                <a:latin typeface="+mj-lt"/>
              </a:defRPr>
            </a:lvl1pPr>
          </a:lstStyle>
          <a:p>
            <a:pPr lvl="0"/>
            <a:r>
              <a:rPr lang="en-US" dirty="0"/>
              <a:t>1</a:t>
            </a:r>
            <a:endParaRPr lang="ru-RU" dirty="0"/>
          </a:p>
        </p:txBody>
      </p:sp>
      <p:sp>
        <p:nvSpPr>
          <p:cNvPr id="32" name="Text Placeholder 24">
            <a:extLst>
              <a:ext uri="{FF2B5EF4-FFF2-40B4-BE49-F238E27FC236}">
                <a16:creationId xmlns:a16="http://schemas.microsoft.com/office/drawing/2014/main" id="{D5D777E5-98F6-416A-8D23-3399269D85CB}"/>
              </a:ext>
            </a:extLst>
          </p:cNvPr>
          <p:cNvSpPr>
            <a:spLocks noGrp="1"/>
          </p:cNvSpPr>
          <p:nvPr>
            <p:ph type="body" sz="quarter" idx="14"/>
          </p:nvPr>
        </p:nvSpPr>
        <p:spPr>
          <a:xfrm>
            <a:off x="1442535" y="1998209"/>
            <a:ext cx="3103110" cy="1032355"/>
          </a:xfrm>
        </p:spPr>
        <p:txBody>
          <a:bodyPr>
            <a:noAutofit/>
          </a:bodyPr>
          <a:lstStyle>
            <a:lvl1pPr marL="0" indent="0">
              <a:lnSpc>
                <a:spcPct val="100000"/>
              </a:lnSpc>
              <a:spcBef>
                <a:spcPts val="600"/>
              </a:spcBef>
              <a:buNone/>
              <a:defRPr sz="2200" b="0">
                <a:solidFill>
                  <a:schemeClr val="tx2"/>
                </a:solidFill>
                <a:latin typeface="+mj-lt"/>
              </a:defRPr>
            </a:lvl1pPr>
          </a:lstStyle>
          <a:p>
            <a:pPr lvl="0"/>
            <a:r>
              <a:rPr lang="en-US" smtClean="0"/>
              <a:t>Edit Master text styles</a:t>
            </a:r>
          </a:p>
        </p:txBody>
      </p:sp>
      <p:sp>
        <p:nvSpPr>
          <p:cNvPr id="33" name="Text Placeholder 21">
            <a:extLst>
              <a:ext uri="{FF2B5EF4-FFF2-40B4-BE49-F238E27FC236}">
                <a16:creationId xmlns:a16="http://schemas.microsoft.com/office/drawing/2014/main" id="{C979BADF-99B5-4C91-AAE5-FC2C4DBEDE20}"/>
              </a:ext>
            </a:extLst>
          </p:cNvPr>
          <p:cNvSpPr>
            <a:spLocks noGrp="1"/>
          </p:cNvSpPr>
          <p:nvPr>
            <p:ph type="body" sz="quarter" idx="15" hasCustomPrompt="1"/>
          </p:nvPr>
        </p:nvSpPr>
        <p:spPr>
          <a:xfrm>
            <a:off x="4820642" y="1974209"/>
            <a:ext cx="882686" cy="1092200"/>
          </a:xfrm>
        </p:spPr>
        <p:txBody>
          <a:bodyPr lIns="0" tIns="0" rIns="0" bIns="0">
            <a:noAutofit/>
          </a:bodyPr>
          <a:lstStyle>
            <a:lvl1pPr marL="0" indent="0">
              <a:buNone/>
              <a:defRPr sz="6000" b="1">
                <a:solidFill>
                  <a:schemeClr val="bg2"/>
                </a:solidFill>
                <a:latin typeface="+mj-lt"/>
              </a:defRPr>
            </a:lvl1pPr>
          </a:lstStyle>
          <a:p>
            <a:pPr lvl="0"/>
            <a:r>
              <a:rPr lang="en-US" dirty="0"/>
              <a:t>2</a:t>
            </a:r>
            <a:endParaRPr lang="ru-RU" dirty="0"/>
          </a:p>
        </p:txBody>
      </p:sp>
      <p:sp>
        <p:nvSpPr>
          <p:cNvPr id="34" name="Text Placeholder 24">
            <a:extLst>
              <a:ext uri="{FF2B5EF4-FFF2-40B4-BE49-F238E27FC236}">
                <a16:creationId xmlns:a16="http://schemas.microsoft.com/office/drawing/2014/main" id="{6706F6A2-1599-4D73-9288-3ECEACDDCAEA}"/>
              </a:ext>
            </a:extLst>
          </p:cNvPr>
          <p:cNvSpPr>
            <a:spLocks noGrp="1"/>
          </p:cNvSpPr>
          <p:nvPr>
            <p:ph type="body" sz="quarter" idx="16"/>
          </p:nvPr>
        </p:nvSpPr>
        <p:spPr>
          <a:xfrm>
            <a:off x="5477939" y="1998209"/>
            <a:ext cx="2243918" cy="1032355"/>
          </a:xfrm>
        </p:spPr>
        <p:txBody>
          <a:bodyPr>
            <a:noAutofit/>
          </a:bodyPr>
          <a:lstStyle>
            <a:lvl1pPr marL="0" indent="0">
              <a:lnSpc>
                <a:spcPct val="100000"/>
              </a:lnSpc>
              <a:spcBef>
                <a:spcPts val="600"/>
              </a:spcBef>
              <a:buNone/>
              <a:defRPr sz="2200" b="0">
                <a:solidFill>
                  <a:schemeClr val="tx2"/>
                </a:solidFill>
                <a:latin typeface="+mj-lt"/>
              </a:defRPr>
            </a:lvl1pPr>
          </a:lstStyle>
          <a:p>
            <a:pPr lvl="0"/>
            <a:r>
              <a:rPr lang="en-US" smtClean="0"/>
              <a:t>Edit Master text styles</a:t>
            </a:r>
          </a:p>
        </p:txBody>
      </p:sp>
      <p:sp>
        <p:nvSpPr>
          <p:cNvPr id="35" name="Text Placeholder 21">
            <a:extLst>
              <a:ext uri="{FF2B5EF4-FFF2-40B4-BE49-F238E27FC236}">
                <a16:creationId xmlns:a16="http://schemas.microsoft.com/office/drawing/2014/main" id="{BAE5E245-1702-4722-895D-0808BB0A868A}"/>
              </a:ext>
            </a:extLst>
          </p:cNvPr>
          <p:cNvSpPr>
            <a:spLocks noGrp="1"/>
          </p:cNvSpPr>
          <p:nvPr>
            <p:ph type="body" sz="quarter" idx="17" hasCustomPrompt="1"/>
          </p:nvPr>
        </p:nvSpPr>
        <p:spPr>
          <a:xfrm>
            <a:off x="7906755" y="1991988"/>
            <a:ext cx="882686" cy="1092200"/>
          </a:xfrm>
        </p:spPr>
        <p:txBody>
          <a:bodyPr lIns="0" tIns="0" rIns="0" bIns="0">
            <a:noAutofit/>
          </a:bodyPr>
          <a:lstStyle>
            <a:lvl1pPr marL="0" indent="0">
              <a:buNone/>
              <a:defRPr sz="6000" b="1">
                <a:solidFill>
                  <a:schemeClr val="bg2"/>
                </a:solidFill>
                <a:latin typeface="+mj-lt"/>
              </a:defRPr>
            </a:lvl1pPr>
          </a:lstStyle>
          <a:p>
            <a:pPr lvl="0"/>
            <a:r>
              <a:rPr lang="en-US" dirty="0"/>
              <a:t>3</a:t>
            </a:r>
            <a:endParaRPr lang="ru-RU" dirty="0"/>
          </a:p>
        </p:txBody>
      </p:sp>
      <p:sp>
        <p:nvSpPr>
          <p:cNvPr id="36" name="Text Placeholder 24">
            <a:extLst>
              <a:ext uri="{FF2B5EF4-FFF2-40B4-BE49-F238E27FC236}">
                <a16:creationId xmlns:a16="http://schemas.microsoft.com/office/drawing/2014/main" id="{3701E665-3CED-413C-BAC6-CE003B1494EA}"/>
              </a:ext>
            </a:extLst>
          </p:cNvPr>
          <p:cNvSpPr>
            <a:spLocks noGrp="1"/>
          </p:cNvSpPr>
          <p:nvPr>
            <p:ph type="body" sz="quarter" idx="18"/>
          </p:nvPr>
        </p:nvSpPr>
        <p:spPr>
          <a:xfrm>
            <a:off x="8564052" y="2015988"/>
            <a:ext cx="2959116" cy="1032355"/>
          </a:xfrm>
        </p:spPr>
        <p:txBody>
          <a:bodyPr>
            <a:noAutofit/>
          </a:bodyPr>
          <a:lstStyle>
            <a:lvl1pPr marL="0" indent="0">
              <a:lnSpc>
                <a:spcPct val="100000"/>
              </a:lnSpc>
              <a:spcBef>
                <a:spcPts val="600"/>
              </a:spcBef>
              <a:buNone/>
              <a:defRPr sz="2200" b="0">
                <a:solidFill>
                  <a:schemeClr val="tx2"/>
                </a:solidFill>
                <a:latin typeface="+mj-lt"/>
              </a:defRPr>
            </a:lvl1pPr>
          </a:lstStyle>
          <a:p>
            <a:pPr lvl="0"/>
            <a:r>
              <a:rPr lang="en-US" smtClean="0"/>
              <a:t>Edit Master text styles</a:t>
            </a:r>
          </a:p>
        </p:txBody>
      </p:sp>
      <p:sp>
        <p:nvSpPr>
          <p:cNvPr id="37" name="Text Placeholder 24">
            <a:extLst>
              <a:ext uri="{FF2B5EF4-FFF2-40B4-BE49-F238E27FC236}">
                <a16:creationId xmlns:a16="http://schemas.microsoft.com/office/drawing/2014/main" id="{E01406B4-D44B-4D1E-91F3-D87541EAD4CE}"/>
              </a:ext>
            </a:extLst>
          </p:cNvPr>
          <p:cNvSpPr>
            <a:spLocks noGrp="1"/>
          </p:cNvSpPr>
          <p:nvPr>
            <p:ph type="body" sz="quarter" idx="19"/>
          </p:nvPr>
        </p:nvSpPr>
        <p:spPr>
          <a:xfrm>
            <a:off x="1020059" y="2927531"/>
            <a:ext cx="1698625" cy="800100"/>
          </a:xfrm>
        </p:spPr>
        <p:txBody>
          <a:bodyPr>
            <a:normAutofit/>
          </a:bodyPr>
          <a:lstStyle>
            <a:lvl1pPr marL="0" indent="0">
              <a:buNone/>
              <a:defRPr sz="1400" b="0">
                <a:solidFill>
                  <a:schemeClr val="bg1">
                    <a:lumMod val="75000"/>
                  </a:schemeClr>
                </a:solidFill>
                <a:latin typeface="+mn-lt"/>
              </a:defRPr>
            </a:lvl1pPr>
          </a:lstStyle>
          <a:p>
            <a:pPr lvl="0"/>
            <a:r>
              <a:rPr lang="en-US" smtClean="0"/>
              <a:t>Edit Master text styles</a:t>
            </a:r>
          </a:p>
        </p:txBody>
      </p:sp>
      <p:sp>
        <p:nvSpPr>
          <p:cNvPr id="38" name="Text Placeholder 24">
            <a:extLst>
              <a:ext uri="{FF2B5EF4-FFF2-40B4-BE49-F238E27FC236}">
                <a16:creationId xmlns:a16="http://schemas.microsoft.com/office/drawing/2014/main" id="{9AAD5CF9-9A59-4C5F-8C29-B92AD6012119}"/>
              </a:ext>
            </a:extLst>
          </p:cNvPr>
          <p:cNvSpPr>
            <a:spLocks noGrp="1"/>
          </p:cNvSpPr>
          <p:nvPr>
            <p:ph type="body" sz="quarter" idx="20"/>
          </p:nvPr>
        </p:nvSpPr>
        <p:spPr>
          <a:xfrm>
            <a:off x="2718684" y="2927531"/>
            <a:ext cx="1698625" cy="800100"/>
          </a:xfrm>
        </p:spPr>
        <p:txBody>
          <a:bodyPr>
            <a:normAutofit/>
          </a:bodyPr>
          <a:lstStyle>
            <a:lvl1pPr marL="0" indent="0">
              <a:buNone/>
              <a:defRPr sz="1400" b="0">
                <a:solidFill>
                  <a:schemeClr val="bg1">
                    <a:lumMod val="75000"/>
                  </a:schemeClr>
                </a:solidFill>
                <a:latin typeface="+mn-lt"/>
              </a:defRPr>
            </a:lvl1pPr>
          </a:lstStyle>
          <a:p>
            <a:pPr lvl="0"/>
            <a:r>
              <a:rPr lang="en-US" smtClean="0"/>
              <a:t>Edit Master text styles</a:t>
            </a:r>
          </a:p>
        </p:txBody>
      </p:sp>
      <p:sp>
        <p:nvSpPr>
          <p:cNvPr id="39" name="Text Placeholder 24">
            <a:extLst>
              <a:ext uri="{FF2B5EF4-FFF2-40B4-BE49-F238E27FC236}">
                <a16:creationId xmlns:a16="http://schemas.microsoft.com/office/drawing/2014/main" id="{C6725172-65CC-4645-B23F-E77886468F31}"/>
              </a:ext>
            </a:extLst>
          </p:cNvPr>
          <p:cNvSpPr>
            <a:spLocks noGrp="1"/>
          </p:cNvSpPr>
          <p:nvPr>
            <p:ph type="body" sz="quarter" idx="21"/>
          </p:nvPr>
        </p:nvSpPr>
        <p:spPr>
          <a:xfrm>
            <a:off x="4794793" y="2927531"/>
            <a:ext cx="2599197" cy="800100"/>
          </a:xfrm>
        </p:spPr>
        <p:txBody>
          <a:bodyPr>
            <a:normAutofit/>
          </a:bodyPr>
          <a:lstStyle>
            <a:lvl1pPr marL="0" indent="0">
              <a:buNone/>
              <a:defRPr sz="1400" b="0">
                <a:solidFill>
                  <a:schemeClr val="bg1">
                    <a:lumMod val="75000"/>
                  </a:schemeClr>
                </a:solidFill>
                <a:latin typeface="+mn-lt"/>
              </a:defRPr>
            </a:lvl1pPr>
          </a:lstStyle>
          <a:p>
            <a:pPr lvl="0"/>
            <a:r>
              <a:rPr lang="en-US" smtClean="0"/>
              <a:t>Edit Master text styles</a:t>
            </a:r>
          </a:p>
        </p:txBody>
      </p:sp>
      <p:sp>
        <p:nvSpPr>
          <p:cNvPr id="40" name="Text Placeholder 24">
            <a:extLst>
              <a:ext uri="{FF2B5EF4-FFF2-40B4-BE49-F238E27FC236}">
                <a16:creationId xmlns:a16="http://schemas.microsoft.com/office/drawing/2014/main" id="{0EA5E6CA-5C78-4B75-BA22-59750E7D4501}"/>
              </a:ext>
            </a:extLst>
          </p:cNvPr>
          <p:cNvSpPr>
            <a:spLocks noGrp="1"/>
          </p:cNvSpPr>
          <p:nvPr>
            <p:ph type="body" sz="quarter" idx="22"/>
          </p:nvPr>
        </p:nvSpPr>
        <p:spPr>
          <a:xfrm>
            <a:off x="7876955" y="2925988"/>
            <a:ext cx="3726423" cy="800100"/>
          </a:xfrm>
        </p:spPr>
        <p:txBody>
          <a:bodyPr>
            <a:normAutofit/>
          </a:bodyPr>
          <a:lstStyle>
            <a:lvl1pPr marL="0" indent="0">
              <a:buNone/>
              <a:defRPr sz="1400" b="0">
                <a:solidFill>
                  <a:schemeClr val="bg1">
                    <a:lumMod val="75000"/>
                  </a:schemeClr>
                </a:solidFill>
                <a:latin typeface="+mn-lt"/>
              </a:defRPr>
            </a:lvl1pPr>
          </a:lstStyle>
          <a:p>
            <a:pPr lvl="0"/>
            <a:r>
              <a:rPr lang="en-US" smtClean="0"/>
              <a:t>Edit Master text styles</a:t>
            </a:r>
          </a:p>
        </p:txBody>
      </p:sp>
      <p:sp>
        <p:nvSpPr>
          <p:cNvPr id="41" name="Text Placeholder 24">
            <a:extLst>
              <a:ext uri="{FF2B5EF4-FFF2-40B4-BE49-F238E27FC236}">
                <a16:creationId xmlns:a16="http://schemas.microsoft.com/office/drawing/2014/main" id="{E1C61752-F57C-4FBF-93F3-06F43CCA43C8}"/>
              </a:ext>
            </a:extLst>
          </p:cNvPr>
          <p:cNvSpPr>
            <a:spLocks noGrp="1"/>
          </p:cNvSpPr>
          <p:nvPr>
            <p:ph type="body" sz="quarter" idx="23"/>
          </p:nvPr>
        </p:nvSpPr>
        <p:spPr>
          <a:xfrm>
            <a:off x="1284133" y="5751926"/>
            <a:ext cx="9623735" cy="470478"/>
          </a:xfrm>
        </p:spPr>
        <p:txBody>
          <a:bodyPr>
            <a:normAutofit/>
          </a:bodyPr>
          <a:lstStyle>
            <a:lvl1pPr marL="0" indent="0" algn="ctr">
              <a:buNone/>
              <a:defRPr sz="1600" b="0">
                <a:solidFill>
                  <a:schemeClr val="tx2"/>
                </a:solidFill>
                <a:latin typeface="+mn-lt"/>
              </a:defRPr>
            </a:lvl1pPr>
          </a:lstStyle>
          <a:p>
            <a:pPr lvl="0"/>
            <a:r>
              <a:rPr lang="en-US" smtClean="0"/>
              <a:t>Edit Master text styles</a:t>
            </a:r>
          </a:p>
        </p:txBody>
      </p:sp>
      <p:sp>
        <p:nvSpPr>
          <p:cNvPr id="42" name="Text Placeholder 24">
            <a:extLst>
              <a:ext uri="{FF2B5EF4-FFF2-40B4-BE49-F238E27FC236}">
                <a16:creationId xmlns:a16="http://schemas.microsoft.com/office/drawing/2014/main" id="{E0232175-FB97-4039-8136-B9DD27441C05}"/>
              </a:ext>
            </a:extLst>
          </p:cNvPr>
          <p:cNvSpPr>
            <a:spLocks noGrp="1"/>
          </p:cNvSpPr>
          <p:nvPr>
            <p:ph type="body" sz="quarter" idx="24"/>
          </p:nvPr>
        </p:nvSpPr>
        <p:spPr>
          <a:xfrm>
            <a:off x="4794791" y="4893792"/>
            <a:ext cx="2599199" cy="615026"/>
          </a:xfrm>
        </p:spPr>
        <p:txBody>
          <a:bodyPr>
            <a:normAutofit/>
          </a:bodyPr>
          <a:lstStyle>
            <a:lvl1pPr marL="0" indent="0">
              <a:buNone/>
              <a:defRPr sz="1600" b="0">
                <a:solidFill>
                  <a:schemeClr val="bg2"/>
                </a:solidFill>
                <a:latin typeface="+mn-lt"/>
              </a:defRPr>
            </a:lvl1pPr>
          </a:lstStyle>
          <a:p>
            <a:pPr lvl="0"/>
            <a:r>
              <a:rPr lang="en-US" smtClean="0"/>
              <a:t>Edit Master text styles</a:t>
            </a:r>
          </a:p>
        </p:txBody>
      </p:sp>
      <p:sp>
        <p:nvSpPr>
          <p:cNvPr id="43" name="Text Placeholder 24">
            <a:extLst>
              <a:ext uri="{FF2B5EF4-FFF2-40B4-BE49-F238E27FC236}">
                <a16:creationId xmlns:a16="http://schemas.microsoft.com/office/drawing/2014/main" id="{6E5262C3-0603-403F-AB36-FB4EB9FC7BCB}"/>
              </a:ext>
            </a:extLst>
          </p:cNvPr>
          <p:cNvSpPr>
            <a:spLocks noGrp="1"/>
          </p:cNvSpPr>
          <p:nvPr>
            <p:ph type="body" sz="quarter" idx="25"/>
          </p:nvPr>
        </p:nvSpPr>
        <p:spPr>
          <a:xfrm>
            <a:off x="7890713" y="4893792"/>
            <a:ext cx="3712665" cy="615026"/>
          </a:xfrm>
        </p:spPr>
        <p:txBody>
          <a:bodyPr>
            <a:normAutofit/>
          </a:bodyPr>
          <a:lstStyle>
            <a:lvl1pPr marL="0" indent="0">
              <a:buNone/>
              <a:defRPr sz="1600" b="0">
                <a:solidFill>
                  <a:schemeClr val="bg2"/>
                </a:solidFill>
                <a:latin typeface="+mn-lt"/>
              </a:defRPr>
            </a:lvl1pPr>
          </a:lstStyle>
          <a:p>
            <a:pPr lvl="0"/>
            <a:r>
              <a:rPr lang="en-US" smtClean="0"/>
              <a:t>Edit Master text styles</a:t>
            </a:r>
          </a:p>
        </p:txBody>
      </p:sp>
      <p:sp>
        <p:nvSpPr>
          <p:cNvPr id="44" name="Picture Placeholder 12">
            <a:extLst>
              <a:ext uri="{FF2B5EF4-FFF2-40B4-BE49-F238E27FC236}">
                <a16:creationId xmlns:a16="http://schemas.microsoft.com/office/drawing/2014/main" id="{D2FBACFC-8B68-4A37-95A4-26BE5A23D759}"/>
              </a:ext>
            </a:extLst>
          </p:cNvPr>
          <p:cNvSpPr>
            <a:spLocks noGrp="1"/>
          </p:cNvSpPr>
          <p:nvPr>
            <p:ph type="pic" sz="quarter" idx="37"/>
          </p:nvPr>
        </p:nvSpPr>
        <p:spPr>
          <a:xfrm>
            <a:off x="1020058" y="3800404"/>
            <a:ext cx="3273552" cy="1618488"/>
          </a:xfrm>
        </p:spPr>
        <p:txBody>
          <a:bodyPr anchor="ctr" anchorCtr="0">
            <a:noAutofit/>
          </a:bodyPr>
          <a:lstStyle>
            <a:lvl1pPr marL="0" indent="0" algn="ctr">
              <a:buNone/>
              <a:defRPr sz="1400">
                <a:solidFill>
                  <a:schemeClr val="bg1">
                    <a:lumMod val="75000"/>
                  </a:schemeClr>
                </a:solidFill>
              </a:defRPr>
            </a:lvl1pPr>
          </a:lstStyle>
          <a:p>
            <a:r>
              <a:rPr lang="en-US" smtClean="0"/>
              <a:t>Click icon to add picture</a:t>
            </a:r>
            <a:endParaRPr lang="ru-RU" dirty="0"/>
          </a:p>
        </p:txBody>
      </p:sp>
      <p:sp>
        <p:nvSpPr>
          <p:cNvPr id="46" name="Picture Placeholder 12">
            <a:extLst>
              <a:ext uri="{FF2B5EF4-FFF2-40B4-BE49-F238E27FC236}">
                <a16:creationId xmlns:a16="http://schemas.microsoft.com/office/drawing/2014/main" id="{5A6A36C6-8489-4333-927A-141D8F98AE50}"/>
              </a:ext>
            </a:extLst>
          </p:cNvPr>
          <p:cNvSpPr>
            <a:spLocks noGrp="1"/>
          </p:cNvSpPr>
          <p:nvPr>
            <p:ph type="pic" sz="quarter" idx="43"/>
          </p:nvPr>
        </p:nvSpPr>
        <p:spPr>
          <a:xfrm>
            <a:off x="4794792" y="3864572"/>
            <a:ext cx="2599199" cy="896112"/>
          </a:xfrm>
        </p:spPr>
        <p:txBody>
          <a:bodyPr anchor="ctr" anchorCtr="0">
            <a:noAutofit/>
          </a:bodyPr>
          <a:lstStyle>
            <a:lvl1pPr marL="0" indent="0" algn="ctr">
              <a:buNone/>
              <a:defRPr sz="1400">
                <a:solidFill>
                  <a:schemeClr val="bg1">
                    <a:lumMod val="75000"/>
                  </a:schemeClr>
                </a:solidFill>
              </a:defRPr>
            </a:lvl1pPr>
          </a:lstStyle>
          <a:p>
            <a:r>
              <a:rPr lang="en-US" smtClean="0"/>
              <a:t>Click icon to add picture</a:t>
            </a:r>
            <a:endParaRPr lang="ru-RU" dirty="0"/>
          </a:p>
        </p:txBody>
      </p:sp>
      <p:sp>
        <p:nvSpPr>
          <p:cNvPr id="47" name="Picture Placeholder 9">
            <a:extLst>
              <a:ext uri="{FF2B5EF4-FFF2-40B4-BE49-F238E27FC236}">
                <a16:creationId xmlns:a16="http://schemas.microsoft.com/office/drawing/2014/main" id="{BB2DF986-C446-4302-9099-B1512AD5D8CA}"/>
              </a:ext>
            </a:extLst>
          </p:cNvPr>
          <p:cNvSpPr>
            <a:spLocks noGrp="1"/>
          </p:cNvSpPr>
          <p:nvPr>
            <p:ph type="pic" sz="quarter" idx="44"/>
          </p:nvPr>
        </p:nvSpPr>
        <p:spPr>
          <a:xfrm>
            <a:off x="7876955" y="3864572"/>
            <a:ext cx="2599200" cy="896400"/>
          </a:xfrm>
        </p:spPr>
        <p:txBody>
          <a:bodyPr anchor="ctr" anchorCtr="0">
            <a:normAutofit/>
          </a:bodyPr>
          <a:lstStyle>
            <a:lvl1pPr marL="0" indent="0" algn="ctr">
              <a:buNone/>
              <a:defRPr sz="1400">
                <a:solidFill>
                  <a:schemeClr val="bg1">
                    <a:lumMod val="75000"/>
                  </a:schemeClr>
                </a:solidFill>
              </a:defRPr>
            </a:lvl1pPr>
          </a:lstStyle>
          <a:p>
            <a:r>
              <a:rPr lang="en-US" smtClean="0"/>
              <a:t>Click icon to add picture</a:t>
            </a:r>
            <a:endParaRPr lang="ru-RU" dirty="0"/>
          </a:p>
        </p:txBody>
      </p:sp>
      <p:sp>
        <p:nvSpPr>
          <p:cNvPr id="22" name="Title 1">
            <a:extLst>
              <a:ext uri="{FF2B5EF4-FFF2-40B4-BE49-F238E27FC236}">
                <a16:creationId xmlns:a16="http://schemas.microsoft.com/office/drawing/2014/main" id="{BB58C539-3FDE-4755-BEB4-C953AA292673}"/>
              </a:ext>
            </a:extLst>
          </p:cNvPr>
          <p:cNvSpPr>
            <a:spLocks noGrp="1"/>
          </p:cNvSpPr>
          <p:nvPr>
            <p:ph type="title" hasCustomPrompt="1"/>
          </p:nvPr>
        </p:nvSpPr>
        <p:spPr>
          <a:xfrm>
            <a:off x="774032" y="741320"/>
            <a:ext cx="10506743" cy="782638"/>
          </a:xfrm>
        </p:spPr>
        <p:txBody>
          <a:bodyPr>
            <a:normAutofit/>
          </a:bodyPr>
          <a:lstStyle>
            <a:lvl1pPr algn="l">
              <a:defRPr sz="4000" b="1">
                <a:solidFill>
                  <a:schemeClr val="bg1"/>
                </a:solidFill>
              </a:defRPr>
            </a:lvl1pPr>
          </a:lstStyle>
          <a:p>
            <a:r>
              <a:rPr lang="en-US" dirty="0"/>
              <a:t>HOW TO USE THIS TEMPALTE</a:t>
            </a:r>
            <a:endParaRPr lang="ru-RU" dirty="0"/>
          </a:p>
        </p:txBody>
      </p:sp>
      <p:sp>
        <p:nvSpPr>
          <p:cNvPr id="23" name="Graphic 15">
            <a:extLst>
              <a:ext uri="{FF2B5EF4-FFF2-40B4-BE49-F238E27FC236}">
                <a16:creationId xmlns:a16="http://schemas.microsoft.com/office/drawing/2014/main" id="{8EDA54DA-ED01-4416-96BF-C8968F4684B4}"/>
              </a:ext>
            </a:extLst>
          </p:cNvPr>
          <p:cNvSpPr/>
          <p:nvPr userDrawn="1"/>
        </p:nvSpPr>
        <p:spPr>
          <a:xfrm>
            <a:off x="-11173" y="1610268"/>
            <a:ext cx="9252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11389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10730162" y="6002372"/>
            <a:ext cx="549442" cy="365125"/>
          </a:xfrm>
          <a:prstGeom prst="rect">
            <a:avLst/>
          </a:prstGeom>
        </p:spPr>
        <p:txBody>
          <a:bodyPr vert="horz" lIns="91440" tIns="45720" rIns="91440" bIns="45720" rtlCol="0" anchor="ctr"/>
          <a:lstStyle>
            <a:lvl1pPr algn="r">
              <a:defRPr sz="1400">
                <a:solidFill>
                  <a:schemeClr val="tx2"/>
                </a:solidFill>
                <a:latin typeface="+mn-lt"/>
              </a:defRPr>
            </a:lvl1pPr>
          </a:lstStyle>
          <a:p>
            <a:fld id="{D495E168-DA5E-4888-8D8A-92B118324C14}" type="slidenum">
              <a:rPr lang="ru-RU" smtClean="0"/>
              <a:pPr/>
              <a:t>‹#›</a:t>
            </a:fld>
            <a:endParaRPr lang="ru-RU" dirty="0"/>
          </a:p>
        </p:txBody>
      </p:sp>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dirty="0"/>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4724400" y="6002372"/>
            <a:ext cx="2743200" cy="365125"/>
          </a:xfrm>
          <a:prstGeom prst="rect">
            <a:avLst/>
          </a:prstGeom>
        </p:spPr>
        <p:txBody>
          <a:bodyPr vert="horz" lIns="91440" tIns="45720" rIns="91440" bIns="45720" rtlCol="0" anchor="ctr"/>
          <a:lstStyle>
            <a:lvl1pPr algn="ctr">
              <a:defRPr sz="1400">
                <a:solidFill>
                  <a:schemeClr val="bg2"/>
                </a:solidFill>
              </a:defRPr>
            </a:lvl1pPr>
          </a:lstStyle>
          <a:p>
            <a:r>
              <a:rPr lang="ru-RU" dirty="0"/>
              <a:t>MM.DD.20XX</a:t>
            </a:r>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002372"/>
            <a:ext cx="3398763" cy="365125"/>
          </a:xfrm>
          <a:prstGeom prst="rect">
            <a:avLst/>
          </a:prstGeom>
        </p:spPr>
        <p:txBody>
          <a:bodyPr vert="horz" lIns="91440" tIns="45720" rIns="91440" bIns="45720" rtlCol="0" anchor="ctr"/>
          <a:lstStyle>
            <a:lvl1pPr algn="l">
              <a:defRPr sz="1400">
                <a:solidFill>
                  <a:schemeClr val="bg2"/>
                </a:solidFill>
              </a:defRPr>
            </a:lvl1pPr>
          </a:lstStyle>
          <a:p>
            <a:r>
              <a:rPr lang="en-US" dirty="0"/>
              <a:t>ADD A FOOTER</a:t>
            </a:r>
            <a:endParaRPr lang="ru-RU" dirty="0"/>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89" r:id="rId1"/>
    <p:sldLayoutId id="2147483677" r:id="rId2"/>
    <p:sldLayoutId id="2147483678" r:id="rId3"/>
    <p:sldLayoutId id="2147483679" r:id="rId4"/>
    <p:sldLayoutId id="2147483681" r:id="rId5"/>
    <p:sldLayoutId id="2147483690" r:id="rId6"/>
    <p:sldLayoutId id="2147483691" r:id="rId7"/>
    <p:sldLayoutId id="2147483684" r:id="rId8"/>
    <p:sldLayoutId id="2147483685" r:id="rId9"/>
    <p:sldLayoutId id="2147483692" r:id="rId10"/>
    <p:sldLayoutId id="2147483693" r:id="rId11"/>
    <p:sldLayoutId id="2147483694" r:id="rId12"/>
    <p:sldLayoutId id="2147483697" r:id="rId13"/>
    <p:sldLayoutId id="2147483698" r:id="rId14"/>
    <p:sldLayoutId id="2147483699" r:id="rId15"/>
    <p:sldLayoutId id="2147483701" r:id="rId16"/>
    <p:sldLayoutId id="2147483700" r:id="rId17"/>
    <p:sldLayoutId id="2147483687" r:id="rId18"/>
    <p:sldLayoutId id="2147483696" r:id="rId19"/>
    <p:sldLayoutId id="2147483688" r:id="rId20"/>
  </p:sldLayoutIdLst>
  <p:hf hdr="0" dt="0"/>
  <p:txStyles>
    <p:titleStyle>
      <a:lvl1pPr algn="l" defTabSz="914400" rtl="0" eaLnBrk="1" latinLnBrk="0" hangingPunct="1">
        <a:lnSpc>
          <a:spcPct val="90000"/>
        </a:lnSpc>
        <a:spcBef>
          <a:spcPct val="0"/>
        </a:spcBef>
        <a:buNone/>
        <a:defRPr sz="40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descr="Building glass walls and sky">
            <a:extLst>
              <a:ext uri="{FF2B5EF4-FFF2-40B4-BE49-F238E27FC236}">
                <a16:creationId xmlns:a16="http://schemas.microsoft.com/office/drawing/2014/main" id="{873751CF-C490-45B5-B248-BF86A59ECF2E}"/>
              </a:ext>
            </a:extLst>
          </p:cNvPr>
          <p:cNvPicPr>
            <a:picLocks noGrp="1" noChangeAspect="1"/>
          </p:cNvPicPr>
          <p:nvPr>
            <p:ph type="pic" sz="quarter" idx="22"/>
          </p:nvPr>
        </p:nvPicPr>
        <p:blipFill rotWithShape="1">
          <a:blip r:embed="rId2"/>
          <a:srcRect l="-48" t="6766" r="19843" b="3091"/>
          <a:stretch/>
        </p:blipFill>
        <p:spPr>
          <a:xfrm>
            <a:off x="4982661" y="0"/>
            <a:ext cx="9155634" cy="6858000"/>
          </a:xfrm>
        </p:spPr>
      </p:pic>
      <p:sp>
        <p:nvSpPr>
          <p:cNvPr id="2" name="Title 1">
            <a:extLst>
              <a:ext uri="{FF2B5EF4-FFF2-40B4-BE49-F238E27FC236}">
                <a16:creationId xmlns:a16="http://schemas.microsoft.com/office/drawing/2014/main" id="{F56E9371-6E05-45E0-803B-4C39AC28CC69}"/>
              </a:ext>
            </a:extLst>
          </p:cNvPr>
          <p:cNvSpPr>
            <a:spLocks noGrp="1"/>
          </p:cNvSpPr>
          <p:nvPr>
            <p:ph type="title"/>
          </p:nvPr>
        </p:nvSpPr>
        <p:spPr>
          <a:xfrm>
            <a:off x="449179" y="2788786"/>
            <a:ext cx="6849979" cy="2281355"/>
          </a:xfrm>
        </p:spPr>
        <p:txBody>
          <a:bodyPr/>
          <a:lstStyle/>
          <a:p>
            <a:r>
              <a:rPr lang="en-US" dirty="0" smtClean="0"/>
              <a:t>Customer Retention &amp; Churn Analysis</a:t>
            </a:r>
            <a:r>
              <a:rPr lang="en-US" dirty="0"/>
              <a:t/>
            </a:r>
            <a:br>
              <a:rPr lang="en-US" dirty="0"/>
            </a:br>
            <a:endParaRPr lang="ru-RU" dirty="0"/>
          </a:p>
        </p:txBody>
      </p:sp>
      <p:sp>
        <p:nvSpPr>
          <p:cNvPr id="5" name="Text Placeholder 4">
            <a:extLst>
              <a:ext uri="{FF2B5EF4-FFF2-40B4-BE49-F238E27FC236}">
                <a16:creationId xmlns:a16="http://schemas.microsoft.com/office/drawing/2014/main" id="{030A1A89-FE18-44C6-B3EE-49541CB85077}"/>
              </a:ext>
            </a:extLst>
          </p:cNvPr>
          <p:cNvSpPr>
            <a:spLocks noGrp="1"/>
          </p:cNvSpPr>
          <p:nvPr>
            <p:ph type="body" sz="quarter" idx="20"/>
          </p:nvPr>
        </p:nvSpPr>
        <p:spPr>
          <a:xfrm>
            <a:off x="192506" y="6252547"/>
            <a:ext cx="4367531" cy="324417"/>
          </a:xfrm>
        </p:spPr>
        <p:txBody>
          <a:bodyPr/>
          <a:lstStyle/>
          <a:p>
            <a:r>
              <a:rPr lang="en-ZA" dirty="0" smtClean="0"/>
              <a:t>By Gomolemo Moabalobelo</a:t>
            </a:r>
            <a:endParaRPr lang="ru-RU" dirty="0"/>
          </a:p>
        </p:txBody>
      </p:sp>
    </p:spTree>
    <p:extLst>
      <p:ext uri="{BB962C8B-B14F-4D97-AF65-F5344CB8AC3E}">
        <p14:creationId xmlns:p14="http://schemas.microsoft.com/office/powerpoint/2010/main" val="3610506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Futuristic Design Office Building Against Clear Sky">
            <a:extLst>
              <a:ext uri="{FF2B5EF4-FFF2-40B4-BE49-F238E27FC236}">
                <a16:creationId xmlns:a16="http://schemas.microsoft.com/office/drawing/2014/main" id="{BD519751-E686-4F24-9C8F-C439D8581B8C}"/>
              </a:ext>
            </a:extLst>
          </p:cNvPr>
          <p:cNvPicPr>
            <a:picLocks noGrp="1" noChangeAspect="1"/>
          </p:cNvPicPr>
          <p:nvPr>
            <p:ph type="pic" sz="quarter" idx="16"/>
          </p:nvPr>
        </p:nvPicPr>
        <p:blipFill rotWithShape="1">
          <a:blip r:embed="rId2"/>
          <a:srcRect l="10743" t="17230" r="27972"/>
          <a:stretch/>
        </p:blipFill>
        <p:spPr>
          <a:xfrm>
            <a:off x="0" y="699806"/>
            <a:ext cx="4705188" cy="5485128"/>
          </a:xfrm>
        </p:spPr>
      </p:pic>
      <p:sp>
        <p:nvSpPr>
          <p:cNvPr id="5" name="Title 4">
            <a:extLst>
              <a:ext uri="{FF2B5EF4-FFF2-40B4-BE49-F238E27FC236}">
                <a16:creationId xmlns:a16="http://schemas.microsoft.com/office/drawing/2014/main" id="{20B93806-769F-4C20-A684-CA4CB5BB858C}"/>
              </a:ext>
            </a:extLst>
          </p:cNvPr>
          <p:cNvSpPr>
            <a:spLocks noGrp="1"/>
          </p:cNvSpPr>
          <p:nvPr>
            <p:ph type="title"/>
          </p:nvPr>
        </p:nvSpPr>
        <p:spPr/>
        <p:txBody>
          <a:bodyPr>
            <a:normAutofit fontScale="90000"/>
          </a:bodyPr>
          <a:lstStyle/>
          <a:p>
            <a:r>
              <a:rPr lang="en-US" dirty="0" smtClean="0"/>
              <a:t>TABLE OF Content</a:t>
            </a:r>
            <a:endParaRPr lang="ru-RU" dirty="0"/>
          </a:p>
        </p:txBody>
      </p:sp>
      <p:sp>
        <p:nvSpPr>
          <p:cNvPr id="2" name="Slide Number Placeholder 1">
            <a:extLst>
              <a:ext uri="{FF2B5EF4-FFF2-40B4-BE49-F238E27FC236}">
                <a16:creationId xmlns:a16="http://schemas.microsoft.com/office/drawing/2014/main" id="{638DCF8F-466A-4FC0-91DF-33EF070ED3F1}"/>
              </a:ext>
            </a:extLst>
          </p:cNvPr>
          <p:cNvSpPr>
            <a:spLocks noGrp="1"/>
          </p:cNvSpPr>
          <p:nvPr>
            <p:ph type="sldNum" sz="quarter" idx="10"/>
          </p:nvPr>
        </p:nvSpPr>
        <p:spPr>
          <a:xfrm>
            <a:off x="11642558" y="5681404"/>
            <a:ext cx="549442" cy="365125"/>
          </a:xfrm>
        </p:spPr>
        <p:txBody>
          <a:bodyPr/>
          <a:lstStyle/>
          <a:p>
            <a:fld id="{D495E168-DA5E-4888-8D8A-92B118324C14}" type="slidenum">
              <a:rPr lang="ru-RU" smtClean="0"/>
              <a:pPr/>
              <a:t>2</a:t>
            </a:fld>
            <a:endParaRPr lang="ru-RU" dirty="0"/>
          </a:p>
        </p:txBody>
      </p:sp>
      <p:sp>
        <p:nvSpPr>
          <p:cNvPr id="7" name="Rectangle 1"/>
          <p:cNvSpPr>
            <a:spLocks noGrp="1" noChangeArrowheads="1"/>
          </p:cNvSpPr>
          <p:nvPr>
            <p:ph type="body" sz="quarter" idx="15"/>
          </p:nvPr>
        </p:nvSpPr>
        <p:spPr bwMode="auto">
          <a:xfrm>
            <a:off x="5045243" y="2357417"/>
            <a:ext cx="725103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smtClean="0">
                <a:ln>
                  <a:noFill/>
                </a:ln>
                <a:solidFill>
                  <a:schemeClr val="bg1"/>
                </a:solidFill>
                <a:effectLst/>
              </a:rPr>
              <a:t>Introduction                                                                                       4-5</a:t>
            </a:r>
            <a:r>
              <a:rPr kumimoji="0" lang="en-US" altLang="en-US" b="0" i="0" u="none" strike="noStrike" cap="none" normalizeH="0" baseline="0" dirty="0" smtClean="0">
                <a:ln>
                  <a:noFill/>
                </a:ln>
                <a:solidFill>
                  <a:schemeClr val="bg1"/>
                </a:solidFill>
                <a:effectLst/>
              </a:rPr>
              <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1.1 Project Overview</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1.2 Objectives of the Analysis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bg1"/>
                </a:solidFill>
                <a:effectLst/>
              </a:rPr>
              <a:t/>
            </a:r>
            <a:br>
              <a:rPr kumimoji="0" lang="en-US" altLang="en-US" b="0" i="0" u="none" strike="noStrike" cap="none" normalizeH="0" baseline="0" dirty="0" smtClean="0">
                <a:ln>
                  <a:noFill/>
                </a:ln>
                <a:solidFill>
                  <a:schemeClr val="bg1"/>
                </a:solidFill>
                <a:effectLst/>
              </a:rPr>
            </a:br>
            <a:r>
              <a:rPr kumimoji="0" lang="en-US" altLang="en-US" b="1" i="0" u="none" strike="noStrike" cap="none" normalizeH="0" baseline="0" dirty="0" smtClean="0">
                <a:ln>
                  <a:noFill/>
                </a:ln>
                <a:solidFill>
                  <a:schemeClr val="bg1"/>
                </a:solidFill>
                <a:effectLst/>
              </a:rPr>
              <a:t>Customer Churn Analysis                                                                6-7</a:t>
            </a:r>
            <a:r>
              <a:rPr kumimoji="0" lang="en-US" altLang="en-US" b="0" i="0" u="none" strike="noStrike" cap="none" normalizeH="0" baseline="0" dirty="0" smtClean="0">
                <a:ln>
                  <a:noFill/>
                </a:ln>
                <a:solidFill>
                  <a:schemeClr val="bg1"/>
                </a:solidFill>
                <a:effectLst/>
              </a:rPr>
              <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2.1 Churn Rate by Subscription Plan</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2.2 Churn Rate by Average Weekly Usage</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2.3 Churn Rate by Support Requests</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2.4 Churn Rate by Payment Failures</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2.5 Monthly Churn Rate Trends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smtClean="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smtClean="0">
                <a:ln>
                  <a:noFill/>
                </a:ln>
                <a:solidFill>
                  <a:schemeClr val="bg1"/>
                </a:solidFill>
                <a:effectLst/>
              </a:rPr>
              <a:t>Customer Retention Analysis                                                           8-9</a:t>
            </a:r>
            <a:r>
              <a:rPr kumimoji="0" lang="en-US" altLang="en-US" b="0" i="0" u="none" strike="noStrike" cap="none" normalizeH="0" baseline="0" dirty="0" smtClean="0">
                <a:ln>
                  <a:noFill/>
                </a:ln>
                <a:solidFill>
                  <a:schemeClr val="bg1"/>
                </a:solidFill>
                <a:effectLst/>
              </a:rPr>
              <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3.1 Retention Rate by Subscription Plan</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3.2 Retention Rate by Usage Levels</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3.3 Monthly Retention Trends </a:t>
            </a:r>
          </a:p>
        </p:txBody>
      </p:sp>
    </p:spTree>
    <p:extLst>
      <p:ext uri="{BB962C8B-B14F-4D97-AF65-F5344CB8AC3E}">
        <p14:creationId xmlns:p14="http://schemas.microsoft.com/office/powerpoint/2010/main" val="4173493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Futuristic Design Office Building Against Clear Sky">
            <a:extLst>
              <a:ext uri="{FF2B5EF4-FFF2-40B4-BE49-F238E27FC236}">
                <a16:creationId xmlns:a16="http://schemas.microsoft.com/office/drawing/2014/main" id="{BD519751-E686-4F24-9C8F-C439D8581B8C}"/>
              </a:ext>
            </a:extLst>
          </p:cNvPr>
          <p:cNvPicPr>
            <a:picLocks noGrp="1" noChangeAspect="1"/>
          </p:cNvPicPr>
          <p:nvPr>
            <p:ph type="pic" sz="quarter" idx="16"/>
          </p:nvPr>
        </p:nvPicPr>
        <p:blipFill rotWithShape="1">
          <a:blip r:embed="rId2"/>
          <a:srcRect l="10743" t="17230" r="27972"/>
          <a:stretch/>
        </p:blipFill>
        <p:spPr>
          <a:xfrm>
            <a:off x="0" y="699806"/>
            <a:ext cx="4684295" cy="5485128"/>
          </a:xfrm>
        </p:spPr>
      </p:pic>
      <p:sp>
        <p:nvSpPr>
          <p:cNvPr id="5" name="Title 4">
            <a:extLst>
              <a:ext uri="{FF2B5EF4-FFF2-40B4-BE49-F238E27FC236}">
                <a16:creationId xmlns:a16="http://schemas.microsoft.com/office/drawing/2014/main" id="{20B93806-769F-4C20-A684-CA4CB5BB858C}"/>
              </a:ext>
            </a:extLst>
          </p:cNvPr>
          <p:cNvSpPr>
            <a:spLocks noGrp="1"/>
          </p:cNvSpPr>
          <p:nvPr>
            <p:ph type="title"/>
          </p:nvPr>
        </p:nvSpPr>
        <p:spPr/>
        <p:txBody>
          <a:bodyPr>
            <a:normAutofit fontScale="90000"/>
          </a:bodyPr>
          <a:lstStyle/>
          <a:p>
            <a:r>
              <a:rPr lang="en-US" dirty="0" smtClean="0"/>
              <a:t>TABLE OF Content</a:t>
            </a:r>
            <a:endParaRPr lang="ru-RU" dirty="0"/>
          </a:p>
        </p:txBody>
      </p:sp>
      <p:sp>
        <p:nvSpPr>
          <p:cNvPr id="2" name="Slide Number Placeholder 1">
            <a:extLst>
              <a:ext uri="{FF2B5EF4-FFF2-40B4-BE49-F238E27FC236}">
                <a16:creationId xmlns:a16="http://schemas.microsoft.com/office/drawing/2014/main" id="{638DCF8F-466A-4FC0-91DF-33EF070ED3F1}"/>
              </a:ext>
            </a:extLst>
          </p:cNvPr>
          <p:cNvSpPr>
            <a:spLocks noGrp="1"/>
          </p:cNvSpPr>
          <p:nvPr>
            <p:ph type="sldNum" sz="quarter" idx="10"/>
          </p:nvPr>
        </p:nvSpPr>
        <p:spPr>
          <a:xfrm>
            <a:off x="11642558" y="5689551"/>
            <a:ext cx="549442" cy="365125"/>
          </a:xfrm>
        </p:spPr>
        <p:txBody>
          <a:bodyPr/>
          <a:lstStyle/>
          <a:p>
            <a:fld id="{D495E168-DA5E-4888-8D8A-92B118324C14}" type="slidenum">
              <a:rPr lang="ru-RU" smtClean="0"/>
              <a:pPr/>
              <a:t>3</a:t>
            </a:fld>
            <a:endParaRPr lang="ru-RU" dirty="0"/>
          </a:p>
        </p:txBody>
      </p:sp>
      <p:sp>
        <p:nvSpPr>
          <p:cNvPr id="7" name="Rectangle 1"/>
          <p:cNvSpPr>
            <a:spLocks noGrp="1" noChangeArrowheads="1"/>
          </p:cNvSpPr>
          <p:nvPr>
            <p:ph type="body" sz="quarter" idx="15"/>
          </p:nvPr>
        </p:nvSpPr>
        <p:spPr bwMode="auto">
          <a:xfrm>
            <a:off x="5037221" y="2305515"/>
            <a:ext cx="723036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smtClean="0">
                <a:ln>
                  <a:noFill/>
                </a:ln>
                <a:solidFill>
                  <a:schemeClr val="bg1"/>
                </a:solidFill>
                <a:effectLst/>
              </a:rPr>
              <a:t>Customer Cohort Analysis                                                             9-11</a:t>
            </a:r>
            <a:r>
              <a:rPr kumimoji="0" lang="en-US" altLang="en-US" b="0" i="0" u="none" strike="noStrike" cap="none" normalizeH="0" baseline="0" dirty="0" smtClean="0">
                <a:ln>
                  <a:noFill/>
                </a:ln>
                <a:solidFill>
                  <a:schemeClr val="bg1"/>
                </a:solidFill>
                <a:effectLst/>
              </a:rPr>
              <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5.1 Total Customers by Subscription Duration</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5.2 Customer</a:t>
            </a:r>
            <a:r>
              <a:rPr kumimoji="0" lang="en-US" altLang="en-US" b="0" i="0" u="none" strike="noStrike" cap="none" normalizeH="0" dirty="0" smtClean="0">
                <a:ln>
                  <a:noFill/>
                </a:ln>
                <a:solidFill>
                  <a:schemeClr val="bg1"/>
                </a:solidFill>
                <a:effectLst/>
              </a:rPr>
              <a:t> churn rates</a:t>
            </a:r>
            <a:r>
              <a:rPr kumimoji="0" lang="en-US" altLang="en-US" b="0" i="0" u="none" strike="noStrike" cap="none" normalizeH="0" baseline="0" dirty="0" smtClean="0">
                <a:ln>
                  <a:noFill/>
                </a:ln>
                <a:solidFill>
                  <a:schemeClr val="bg1"/>
                </a:solidFill>
                <a:effectLst/>
              </a:rPr>
              <a:t/>
            </a:r>
            <a:br>
              <a:rPr kumimoji="0" lang="en-US" altLang="en-US" b="0" i="0" u="none" strike="noStrike" cap="none" normalizeH="0" baseline="0" dirty="0" smtClean="0">
                <a:ln>
                  <a:noFill/>
                </a:ln>
                <a:solidFill>
                  <a:schemeClr val="bg1"/>
                </a:solidFill>
                <a:effectLst/>
              </a:rPr>
            </a:br>
            <a:r>
              <a:rPr kumimoji="0" lang="en-US" altLang="en-US" b="0" i="0" u="none" strike="noStrike" cap="none" normalizeH="0" baseline="0" dirty="0" smtClean="0">
                <a:ln>
                  <a:noFill/>
                </a:ln>
                <a:solidFill>
                  <a:schemeClr val="bg1"/>
                </a:solidFill>
                <a:effectLst/>
              </a:rPr>
              <a:t>5.3 Customer usage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smtClean="0">
                <a:solidFill>
                  <a:schemeClr val="bg1"/>
                </a:solidFill>
              </a:rPr>
              <a:t>5.4 customer Plan type</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smtClean="0">
              <a:solidFill>
                <a:schemeClr val="bg1"/>
              </a:solidFill>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smtClean="0">
                <a:ln>
                  <a:noFill/>
                </a:ln>
                <a:solidFill>
                  <a:schemeClr val="bg1"/>
                </a:solidFill>
                <a:effectLst/>
              </a:rPr>
              <a:t>Customer lifetime</a:t>
            </a:r>
            <a:r>
              <a:rPr kumimoji="0" lang="en-US" altLang="en-US" b="1" i="0" u="none" strike="noStrike" cap="none" normalizeH="0" dirty="0" smtClean="0">
                <a:ln>
                  <a:noFill/>
                </a:ln>
                <a:solidFill>
                  <a:schemeClr val="bg1"/>
                </a:solidFill>
                <a:effectLst/>
              </a:rPr>
              <a:t> Patterns                                                            11</a:t>
            </a:r>
            <a:endParaRPr kumimoji="0" lang="en-US" altLang="en-US" b="1" i="0" u="none" strike="noStrike" cap="none" normalizeH="0" baseline="0" dirty="0" smtClean="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smtClean="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smtClean="0">
                <a:ln>
                  <a:noFill/>
                </a:ln>
                <a:solidFill>
                  <a:schemeClr val="bg1"/>
                </a:solidFill>
                <a:effectLst/>
              </a:rPr>
              <a:t>Recommendations </a:t>
            </a:r>
            <a:r>
              <a:rPr kumimoji="0" lang="en-US" altLang="en-US" b="1" i="0" u="none" strike="noStrike" cap="none" normalizeH="0" dirty="0" smtClean="0">
                <a:ln>
                  <a:noFill/>
                </a:ln>
                <a:solidFill>
                  <a:schemeClr val="bg1"/>
                </a:solidFill>
                <a:effectLst/>
              </a:rPr>
              <a:t>                                                                         12</a:t>
            </a:r>
            <a:endParaRPr kumimoji="0" lang="en-US" altLang="en-US" b="1" i="0" u="none" strike="noStrike" cap="none" normalizeH="0" baseline="0" dirty="0" smtClean="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smtClean="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smtClean="0">
                <a:ln>
                  <a:noFill/>
                </a:ln>
                <a:solidFill>
                  <a:schemeClr val="bg1"/>
                </a:solidFill>
                <a:effectLst/>
              </a:rPr>
              <a:t>Conclusion</a:t>
            </a:r>
            <a:r>
              <a:rPr kumimoji="0" lang="en-US" altLang="en-US" b="0" i="0" u="none" strike="noStrike" cap="none" normalizeH="0" baseline="0" dirty="0" smtClean="0">
                <a:ln>
                  <a:noFill/>
                </a:ln>
                <a:solidFill>
                  <a:schemeClr val="bg1"/>
                </a:solidFill>
                <a:effectLst/>
              </a:rPr>
              <a:t>                                                                                      </a:t>
            </a:r>
            <a:r>
              <a:rPr kumimoji="0" lang="en-US" altLang="en-US" b="1" i="0" u="none" strike="noStrike" cap="none" normalizeH="0" baseline="0" dirty="0" smtClean="0">
                <a:ln>
                  <a:noFill/>
                </a:ln>
                <a:solidFill>
                  <a:schemeClr val="bg1"/>
                </a:solidFill>
                <a:effectLst/>
              </a:rPr>
              <a:t>13</a:t>
            </a:r>
          </a:p>
        </p:txBody>
      </p:sp>
    </p:spTree>
    <p:extLst>
      <p:ext uri="{BB962C8B-B14F-4D97-AF65-F5344CB8AC3E}">
        <p14:creationId xmlns:p14="http://schemas.microsoft.com/office/powerpoint/2010/main" val="2987149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01CE71-FC76-4B08-B6CF-991940C3CF1D}"/>
              </a:ext>
            </a:extLst>
          </p:cNvPr>
          <p:cNvSpPr>
            <a:spLocks noGrp="1"/>
          </p:cNvSpPr>
          <p:nvPr>
            <p:ph type="title"/>
          </p:nvPr>
        </p:nvSpPr>
        <p:spPr/>
        <p:txBody>
          <a:bodyPr/>
          <a:lstStyle/>
          <a:p>
            <a:r>
              <a:rPr lang="en-ZA" dirty="0" smtClean="0"/>
              <a:t>Introduction</a:t>
            </a:r>
            <a:endParaRPr lang="ru-RU" dirty="0"/>
          </a:p>
        </p:txBody>
      </p:sp>
      <p:pic>
        <p:nvPicPr>
          <p:cNvPr id="14" name="Picture Placeholder 13" descr="Futuristic Design Office Building Against Clear Sky">
            <a:extLst>
              <a:ext uri="{FF2B5EF4-FFF2-40B4-BE49-F238E27FC236}">
                <a16:creationId xmlns:a16="http://schemas.microsoft.com/office/drawing/2014/main" id="{1E9B5A50-F85D-49E6-9C85-597319470577}"/>
              </a:ext>
            </a:extLst>
          </p:cNvPr>
          <p:cNvPicPr>
            <a:picLocks noGrp="1" noChangeAspect="1"/>
          </p:cNvPicPr>
          <p:nvPr>
            <p:ph type="pic" sz="quarter" idx="16"/>
          </p:nvPr>
        </p:nvPicPr>
        <p:blipFill rotWithShape="1">
          <a:blip r:embed="rId2"/>
          <a:srcRect l="17163" t="7596" r="21154"/>
          <a:stretch/>
        </p:blipFill>
        <p:spPr>
          <a:xfrm>
            <a:off x="5519738" y="0"/>
            <a:ext cx="6103621" cy="6858000"/>
          </a:xfrm>
        </p:spPr>
      </p:pic>
      <p:sp>
        <p:nvSpPr>
          <p:cNvPr id="2" name="Slide Number Placeholder 1">
            <a:extLst>
              <a:ext uri="{FF2B5EF4-FFF2-40B4-BE49-F238E27FC236}">
                <a16:creationId xmlns:a16="http://schemas.microsoft.com/office/drawing/2014/main" id="{C1C20937-8D4C-4000-BCD6-AC984F093F26}"/>
              </a:ext>
            </a:extLst>
          </p:cNvPr>
          <p:cNvSpPr>
            <a:spLocks noGrp="1"/>
          </p:cNvSpPr>
          <p:nvPr>
            <p:ph type="sldNum" sz="quarter" idx="10"/>
          </p:nvPr>
        </p:nvSpPr>
        <p:spPr>
          <a:xfrm>
            <a:off x="11623359" y="5663167"/>
            <a:ext cx="549442" cy="365125"/>
          </a:xfrm>
        </p:spPr>
        <p:txBody>
          <a:bodyPr/>
          <a:lstStyle/>
          <a:p>
            <a:fld id="{D495E168-DA5E-4888-8D8A-92B118324C14}" type="slidenum">
              <a:rPr lang="ru-RU" smtClean="0"/>
              <a:pPr/>
              <a:t>4</a:t>
            </a:fld>
            <a:endParaRPr lang="ru-RU" dirty="0"/>
          </a:p>
        </p:txBody>
      </p:sp>
      <p:sp>
        <p:nvSpPr>
          <p:cNvPr id="9" name="Text Placeholder 2"/>
          <p:cNvSpPr>
            <a:spLocks noGrp="1"/>
          </p:cNvSpPr>
          <p:nvPr>
            <p:ph type="body" sz="quarter" idx="15"/>
          </p:nvPr>
        </p:nvSpPr>
        <p:spPr>
          <a:xfrm>
            <a:off x="168442" y="2374233"/>
            <a:ext cx="5351296" cy="3288934"/>
          </a:xfrm>
        </p:spPr>
        <p:txBody>
          <a:bodyPr>
            <a:noAutofit/>
          </a:bodyPr>
          <a:lstStyle/>
          <a:p>
            <a:pPr marL="0" indent="0">
              <a:buNone/>
            </a:pPr>
            <a:r>
              <a:rPr lang="en-US" b="1" dirty="0"/>
              <a:t>Project Overview</a:t>
            </a:r>
          </a:p>
          <a:p>
            <a:r>
              <a:rPr lang="en-US" dirty="0"/>
              <a:t>This project focused on analyzing customer subscription behaviour to understand patterns related to churn, retention, customer engagement, and subscription performance. The analysis examined customer activity across different subscription plans, usage levels, payment behaviours, support requests, and customer lifecycle stages to identify factors influencing customer retention and cancellations</a:t>
            </a:r>
            <a:r>
              <a:rPr lang="en-US" dirty="0" smtClean="0"/>
              <a:t>.</a:t>
            </a:r>
          </a:p>
          <a:p>
            <a:pPr marL="0" indent="0">
              <a:buNone/>
            </a:pPr>
            <a:endParaRPr lang="en-US" dirty="0"/>
          </a:p>
          <a:p>
            <a:pPr marL="0" indent="0">
              <a:buNone/>
            </a:pPr>
            <a:r>
              <a:rPr lang="en-US" b="1" dirty="0"/>
              <a:t>Analysis Performed</a:t>
            </a:r>
          </a:p>
          <a:p>
            <a:r>
              <a:rPr lang="en-US" dirty="0"/>
              <a:t>Churn rate analysis by plan, monthly trends, average weekly usage, support requests, and payment failures. </a:t>
            </a:r>
          </a:p>
          <a:p>
            <a:r>
              <a:rPr lang="en-US" dirty="0"/>
              <a:t>Retention rate analysis by plan, customer usage levels, and monthly performance. </a:t>
            </a:r>
          </a:p>
        </p:txBody>
      </p:sp>
    </p:spTree>
    <p:extLst>
      <p:ext uri="{BB962C8B-B14F-4D97-AF65-F5344CB8AC3E}">
        <p14:creationId xmlns:p14="http://schemas.microsoft.com/office/powerpoint/2010/main" val="1795470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01CE71-FC76-4B08-B6CF-991940C3CF1D}"/>
              </a:ext>
            </a:extLst>
          </p:cNvPr>
          <p:cNvSpPr>
            <a:spLocks noGrp="1"/>
          </p:cNvSpPr>
          <p:nvPr>
            <p:ph type="title"/>
          </p:nvPr>
        </p:nvSpPr>
        <p:spPr/>
        <p:txBody>
          <a:bodyPr/>
          <a:lstStyle/>
          <a:p>
            <a:r>
              <a:rPr lang="en-ZA" dirty="0" smtClean="0"/>
              <a:t>Introduction</a:t>
            </a:r>
            <a:endParaRPr lang="ru-RU" dirty="0"/>
          </a:p>
        </p:txBody>
      </p:sp>
      <p:pic>
        <p:nvPicPr>
          <p:cNvPr id="14" name="Picture Placeholder 13" descr="Futuristic Design Office Building Against Clear Sky">
            <a:extLst>
              <a:ext uri="{FF2B5EF4-FFF2-40B4-BE49-F238E27FC236}">
                <a16:creationId xmlns:a16="http://schemas.microsoft.com/office/drawing/2014/main" id="{1E9B5A50-F85D-49E6-9C85-597319470577}"/>
              </a:ext>
            </a:extLst>
          </p:cNvPr>
          <p:cNvPicPr>
            <a:picLocks noGrp="1" noChangeAspect="1"/>
          </p:cNvPicPr>
          <p:nvPr>
            <p:ph type="pic" sz="quarter" idx="16"/>
          </p:nvPr>
        </p:nvPicPr>
        <p:blipFill rotWithShape="1">
          <a:blip r:embed="rId2"/>
          <a:srcRect l="17163" t="7596" r="21154"/>
          <a:stretch/>
        </p:blipFill>
        <p:spPr>
          <a:xfrm>
            <a:off x="5519738" y="0"/>
            <a:ext cx="6103621" cy="6858000"/>
          </a:xfrm>
        </p:spPr>
      </p:pic>
      <p:sp>
        <p:nvSpPr>
          <p:cNvPr id="2" name="Slide Number Placeholder 1">
            <a:extLst>
              <a:ext uri="{FF2B5EF4-FFF2-40B4-BE49-F238E27FC236}">
                <a16:creationId xmlns:a16="http://schemas.microsoft.com/office/drawing/2014/main" id="{C1C20937-8D4C-4000-BCD6-AC984F093F26}"/>
              </a:ext>
            </a:extLst>
          </p:cNvPr>
          <p:cNvSpPr>
            <a:spLocks noGrp="1"/>
          </p:cNvSpPr>
          <p:nvPr>
            <p:ph type="sldNum" sz="quarter" idx="10"/>
          </p:nvPr>
        </p:nvSpPr>
        <p:spPr>
          <a:xfrm>
            <a:off x="11623359" y="5663167"/>
            <a:ext cx="549442" cy="365125"/>
          </a:xfrm>
        </p:spPr>
        <p:txBody>
          <a:bodyPr/>
          <a:lstStyle/>
          <a:p>
            <a:fld id="{D495E168-DA5E-4888-8D8A-92B118324C14}" type="slidenum">
              <a:rPr lang="ru-RU" smtClean="0"/>
              <a:pPr/>
              <a:t>5</a:t>
            </a:fld>
            <a:endParaRPr lang="ru-RU" dirty="0"/>
          </a:p>
        </p:txBody>
      </p:sp>
      <p:sp>
        <p:nvSpPr>
          <p:cNvPr id="9" name="Text Placeholder 2"/>
          <p:cNvSpPr>
            <a:spLocks noGrp="1"/>
          </p:cNvSpPr>
          <p:nvPr>
            <p:ph type="body" sz="quarter" idx="15"/>
          </p:nvPr>
        </p:nvSpPr>
        <p:spPr>
          <a:xfrm>
            <a:off x="168442" y="2374233"/>
            <a:ext cx="5351296" cy="3288934"/>
          </a:xfrm>
        </p:spPr>
        <p:txBody>
          <a:bodyPr>
            <a:noAutofit/>
          </a:bodyPr>
          <a:lstStyle/>
          <a:p>
            <a:pPr marL="0" indent="0">
              <a:buNone/>
            </a:pPr>
            <a:r>
              <a:rPr lang="en-US" b="1" dirty="0" smtClean="0"/>
              <a:t>Analysis </a:t>
            </a:r>
            <a:r>
              <a:rPr lang="en-US" b="1" dirty="0"/>
              <a:t>Performed</a:t>
            </a:r>
          </a:p>
          <a:p>
            <a:r>
              <a:rPr lang="en-US" dirty="0" smtClean="0"/>
              <a:t>Customer </a:t>
            </a:r>
            <a:r>
              <a:rPr lang="en-US" dirty="0"/>
              <a:t>cohort analysis based on subscription duration and customer lifecycle stages such as new, early-stage, established, and loyal users. </a:t>
            </a:r>
          </a:p>
          <a:p>
            <a:r>
              <a:rPr lang="en-US" dirty="0"/>
              <a:t>Customer growth analysis by subscription plans and average weekly usage. </a:t>
            </a:r>
          </a:p>
          <a:p>
            <a:r>
              <a:rPr lang="en-US" dirty="0"/>
              <a:t>Comparative analysis of customer behaviour across different customer segments and time periods. </a:t>
            </a:r>
            <a:endParaRPr lang="en-US" dirty="0" smtClean="0"/>
          </a:p>
          <a:p>
            <a:pPr marL="0" indent="0">
              <a:buNone/>
            </a:pPr>
            <a:endParaRPr lang="en-US" dirty="0"/>
          </a:p>
          <a:p>
            <a:pPr marL="0" indent="0">
              <a:buNone/>
            </a:pPr>
            <a:r>
              <a:rPr lang="en-US" b="1" dirty="0"/>
              <a:t>Key Focus of the Analysis</a:t>
            </a:r>
          </a:p>
          <a:p>
            <a:r>
              <a:rPr lang="en-US" dirty="0"/>
              <a:t>Identifying churn rates and retention trends across customer segments and subscription plans. </a:t>
            </a:r>
          </a:p>
          <a:p>
            <a:r>
              <a:rPr lang="en-US" dirty="0"/>
              <a:t>Analyzing customer cohorts to understand customer behaviour over time. </a:t>
            </a:r>
          </a:p>
          <a:p>
            <a:r>
              <a:rPr lang="en-US" dirty="0"/>
              <a:t>Evaluating customer lifetime patterns based on loyalty, engagement, and subscription duration. </a:t>
            </a:r>
          </a:p>
          <a:p>
            <a:r>
              <a:rPr lang="en-US" dirty="0"/>
              <a:t>Identifying key drivers of customer retention and major reasons contributing to customer churn. </a:t>
            </a:r>
          </a:p>
        </p:txBody>
      </p:sp>
    </p:spTree>
    <p:extLst>
      <p:ext uri="{BB962C8B-B14F-4D97-AF65-F5344CB8AC3E}">
        <p14:creationId xmlns:p14="http://schemas.microsoft.com/office/powerpoint/2010/main" val="2655792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719E0E7-CFBA-48B5-AA1B-EA5B887F6650}"/>
              </a:ext>
            </a:extLst>
          </p:cNvPr>
          <p:cNvSpPr>
            <a:spLocks noGrp="1"/>
          </p:cNvSpPr>
          <p:nvPr>
            <p:ph type="title"/>
          </p:nvPr>
        </p:nvSpPr>
        <p:spPr bwMode="grayWhite">
          <a:xfrm>
            <a:off x="348401" y="109749"/>
            <a:ext cx="11121189" cy="782638"/>
          </a:xfrm>
        </p:spPr>
        <p:txBody>
          <a:bodyPr>
            <a:normAutofit/>
          </a:bodyPr>
          <a:lstStyle/>
          <a:p>
            <a:r>
              <a:rPr lang="en-ZA" dirty="0" smtClean="0"/>
              <a:t>Churn Rate by Plan &amp; Usage</a:t>
            </a:r>
            <a:endParaRPr lang="ru-RU" dirty="0"/>
          </a:p>
        </p:txBody>
      </p:sp>
      <p:sp>
        <p:nvSpPr>
          <p:cNvPr id="6" name="Text Placeholder 5">
            <a:extLst>
              <a:ext uri="{FF2B5EF4-FFF2-40B4-BE49-F238E27FC236}">
                <a16:creationId xmlns:a16="http://schemas.microsoft.com/office/drawing/2014/main" id="{FA6EDE3F-FD3C-4A2C-837A-5B3420BD5E75}"/>
              </a:ext>
            </a:extLst>
          </p:cNvPr>
          <p:cNvSpPr>
            <a:spLocks noGrp="1"/>
          </p:cNvSpPr>
          <p:nvPr>
            <p:ph type="body" sz="quarter" idx="20"/>
          </p:nvPr>
        </p:nvSpPr>
        <p:spPr bwMode="grayWhite">
          <a:xfrm>
            <a:off x="348401" y="4257154"/>
            <a:ext cx="5480490" cy="2333625"/>
          </a:xfrm>
        </p:spPr>
        <p:txBody>
          <a:bodyPr>
            <a:noAutofit/>
          </a:bodyPr>
          <a:lstStyle/>
          <a:p>
            <a:pPr marL="0" indent="0">
              <a:buNone/>
            </a:pPr>
            <a:r>
              <a:rPr lang="en-US" sz="1000" b="1" dirty="0">
                <a:solidFill>
                  <a:schemeClr val="bg1"/>
                </a:solidFill>
              </a:rPr>
              <a:t>Key Insights</a:t>
            </a:r>
          </a:p>
          <a:p>
            <a:r>
              <a:rPr lang="en-US" sz="1000" dirty="0">
                <a:solidFill>
                  <a:schemeClr val="bg1"/>
                </a:solidFill>
              </a:rPr>
              <a:t>Churn rates across subscription plans remain relatively close each month, indicating that customer cancellations are evenly distributed across the different plans. </a:t>
            </a:r>
          </a:p>
          <a:p>
            <a:r>
              <a:rPr lang="en-US" sz="1000" dirty="0" smtClean="0">
                <a:solidFill>
                  <a:schemeClr val="bg1"/>
                </a:solidFill>
              </a:rPr>
              <a:t>August </a:t>
            </a:r>
            <a:r>
              <a:rPr lang="en-US" sz="1000" dirty="0">
                <a:solidFill>
                  <a:schemeClr val="bg1"/>
                </a:solidFill>
              </a:rPr>
              <a:t>recorded the highest churn rate at 9.42%, followed by December at 8.82%, while November had the lowest churn rate at 7.26%. </a:t>
            </a:r>
          </a:p>
          <a:p>
            <a:r>
              <a:rPr lang="en-US" sz="1000" dirty="0">
                <a:solidFill>
                  <a:schemeClr val="bg1"/>
                </a:solidFill>
              </a:rPr>
              <a:t>In November, the Basic and Standard plans had the same churn rate of </a:t>
            </a:r>
            <a:r>
              <a:rPr lang="en-US" sz="1000" b="1" dirty="0">
                <a:solidFill>
                  <a:schemeClr val="bg1"/>
                </a:solidFill>
              </a:rPr>
              <a:t>2.70%</a:t>
            </a:r>
            <a:r>
              <a:rPr lang="en-US" sz="1000" dirty="0">
                <a:solidFill>
                  <a:schemeClr val="bg1"/>
                </a:solidFill>
              </a:rPr>
              <a:t>, whereas the Premium plan recorded the highest churn rate at 3.43%. </a:t>
            </a:r>
          </a:p>
          <a:p>
            <a:pPr marL="0" indent="0">
              <a:buNone/>
            </a:pPr>
            <a:r>
              <a:rPr lang="en-US" sz="1000" b="1" dirty="0">
                <a:solidFill>
                  <a:schemeClr val="bg1"/>
                </a:solidFill>
              </a:rPr>
              <a:t>Business Insights</a:t>
            </a:r>
          </a:p>
          <a:p>
            <a:r>
              <a:rPr lang="en-US" sz="1000" dirty="0">
                <a:solidFill>
                  <a:schemeClr val="bg1"/>
                </a:solidFill>
              </a:rPr>
              <a:t>The evenly distributed churn rates suggest that customer churn is influenced more by overall customer experience than by a specific subscription plan. </a:t>
            </a:r>
          </a:p>
          <a:p>
            <a:r>
              <a:rPr lang="en-US" sz="1000" dirty="0">
                <a:solidFill>
                  <a:schemeClr val="bg1"/>
                </a:solidFill>
              </a:rPr>
              <a:t>Higher churn during August and December may indicate seasonal cancellation behaviour, creating an opportunity for targeted retention campaigns during these periods. </a:t>
            </a:r>
          </a:p>
          <a:p>
            <a:r>
              <a:rPr lang="en-US" sz="1000" dirty="0">
                <a:solidFill>
                  <a:schemeClr val="bg1"/>
                </a:solidFill>
              </a:rPr>
              <a:t>The higher churn rate in the Premium plan suggests the business should evaluate whether premium subscribers are receiving sufficient value for the price they pay.</a:t>
            </a:r>
          </a:p>
          <a:p>
            <a:pPr marL="0" indent="0">
              <a:lnSpc>
                <a:spcPct val="110000"/>
              </a:lnSpc>
              <a:buNone/>
            </a:pPr>
            <a:endParaRPr lang="en-US" sz="1000" dirty="0">
              <a:solidFill>
                <a:schemeClr val="bg1"/>
              </a:solidFill>
            </a:endParaRPr>
          </a:p>
        </p:txBody>
      </p:sp>
      <p:sp>
        <p:nvSpPr>
          <p:cNvPr id="7" name="Text Placeholder 6">
            <a:extLst>
              <a:ext uri="{FF2B5EF4-FFF2-40B4-BE49-F238E27FC236}">
                <a16:creationId xmlns:a16="http://schemas.microsoft.com/office/drawing/2014/main" id="{22D6EF90-B98E-4EA6-8AA1-185EE8D4BD25}"/>
              </a:ext>
            </a:extLst>
          </p:cNvPr>
          <p:cNvSpPr>
            <a:spLocks noGrp="1"/>
          </p:cNvSpPr>
          <p:nvPr>
            <p:ph type="body" sz="quarter" idx="21"/>
          </p:nvPr>
        </p:nvSpPr>
        <p:spPr bwMode="grayWhite">
          <a:xfrm>
            <a:off x="6104021" y="4257154"/>
            <a:ext cx="5269832" cy="2024777"/>
          </a:xfrm>
        </p:spPr>
        <p:txBody>
          <a:bodyPr>
            <a:noAutofit/>
          </a:bodyPr>
          <a:lstStyle/>
          <a:p>
            <a:pPr marL="0" indent="0">
              <a:buNone/>
            </a:pPr>
            <a:r>
              <a:rPr lang="en-US" sz="1000" b="1" dirty="0" smtClean="0">
                <a:solidFill>
                  <a:schemeClr val="bg1"/>
                </a:solidFill>
              </a:rPr>
              <a:t>Key Insights</a:t>
            </a:r>
            <a:endParaRPr lang="en-US" altLang="en-US" sz="1000" dirty="0" smtClean="0">
              <a:solidFill>
                <a:schemeClr val="bg2"/>
              </a:solidFill>
            </a:endParaRPr>
          </a:p>
          <a:p>
            <a:pPr eaLnBrk="0" fontAlgn="base" hangingPunct="0">
              <a:lnSpc>
                <a:spcPct val="100000"/>
              </a:lnSpc>
              <a:spcBef>
                <a:spcPct val="0"/>
              </a:spcBef>
              <a:spcAft>
                <a:spcPct val="0"/>
              </a:spcAft>
            </a:pPr>
            <a:r>
              <a:rPr lang="en-US" altLang="en-US" sz="1000" dirty="0" smtClean="0">
                <a:solidFill>
                  <a:schemeClr val="bg1"/>
                </a:solidFill>
              </a:rPr>
              <a:t>Customers with Very High Usage recorded the highest churn rate at 19.08%, while Very Low Usage customers had the lowest churn rate at 8.04%. </a:t>
            </a:r>
          </a:p>
          <a:p>
            <a:pPr eaLnBrk="0" fontAlgn="base" hangingPunct="0">
              <a:lnSpc>
                <a:spcPct val="100000"/>
              </a:lnSpc>
              <a:spcBef>
                <a:spcPct val="0"/>
              </a:spcBef>
              <a:spcAft>
                <a:spcPct val="0"/>
              </a:spcAft>
            </a:pPr>
            <a:r>
              <a:rPr lang="en-US" altLang="en-US" sz="1000" dirty="0" smtClean="0">
                <a:solidFill>
                  <a:schemeClr val="bg1"/>
                </a:solidFill>
              </a:rPr>
              <a:t>August recorded the highest overall churn rate at 9.42%, whereas November had the lowest churn rate at 7.26%. </a:t>
            </a:r>
          </a:p>
          <a:p>
            <a:pPr eaLnBrk="0" fontAlgn="base" hangingPunct="0">
              <a:lnSpc>
                <a:spcPct val="100000"/>
              </a:lnSpc>
              <a:spcBef>
                <a:spcPct val="0"/>
              </a:spcBef>
              <a:spcAft>
                <a:spcPct val="0"/>
              </a:spcAft>
            </a:pPr>
            <a:r>
              <a:rPr lang="en-US" altLang="en-US" sz="1000" dirty="0" smtClean="0">
                <a:solidFill>
                  <a:schemeClr val="bg1"/>
                </a:solidFill>
              </a:rPr>
              <a:t>In August, Power Users contributed the highest churn at 2.10%, while Very Low Usage customers recorded the lowest at 0.66%. In November, Moderate Usage had the lowest churn at 0.84%, while Very High Usage recorded 1.68%. </a:t>
            </a:r>
          </a:p>
          <a:p>
            <a:pPr marL="0" indent="0">
              <a:buNone/>
            </a:pPr>
            <a:r>
              <a:rPr lang="en-US" sz="1000" b="1" dirty="0">
                <a:solidFill>
                  <a:schemeClr val="bg1"/>
                </a:solidFill>
              </a:rPr>
              <a:t>Business </a:t>
            </a:r>
            <a:r>
              <a:rPr lang="en-US" sz="1000" b="1" dirty="0" smtClean="0">
                <a:solidFill>
                  <a:schemeClr val="bg1"/>
                </a:solidFill>
              </a:rPr>
              <a:t>Insights</a:t>
            </a:r>
            <a:endParaRPr lang="en-US" sz="1000" b="1" dirty="0">
              <a:solidFill>
                <a:schemeClr val="bg1"/>
              </a:solidFill>
            </a:endParaRPr>
          </a:p>
          <a:p>
            <a:r>
              <a:rPr lang="en-US" sz="1000" dirty="0">
                <a:solidFill>
                  <a:schemeClr val="bg1"/>
                </a:solidFill>
              </a:rPr>
              <a:t>Higher churn among heavy users suggests possible dissatisfaction with service value, pricing, or performance. </a:t>
            </a:r>
          </a:p>
          <a:p>
            <a:r>
              <a:rPr lang="en-US" sz="1000" dirty="0">
                <a:solidFill>
                  <a:schemeClr val="bg1"/>
                </a:solidFill>
              </a:rPr>
              <a:t>Lower churn among low-usage customers indicates casual users are more likely to remain subscribed. </a:t>
            </a:r>
          </a:p>
          <a:p>
            <a:r>
              <a:rPr lang="en-US" sz="1000" dirty="0">
                <a:solidFill>
                  <a:schemeClr val="bg1"/>
                </a:solidFill>
              </a:rPr>
              <a:t>The business should focus retention efforts on high-usage customers through improved customer experience, loyalty incentives, and targeted </a:t>
            </a:r>
            <a:r>
              <a:rPr lang="en-US" sz="1000" dirty="0" smtClean="0">
                <a:solidFill>
                  <a:schemeClr val="bg1"/>
                </a:solidFill>
              </a:rPr>
              <a:t>engagement strategies</a:t>
            </a:r>
            <a:r>
              <a:rPr lang="en-US" sz="1000" dirty="0">
                <a:solidFill>
                  <a:schemeClr val="bg1"/>
                </a:solidFill>
              </a:rPr>
              <a:t>.</a:t>
            </a:r>
          </a:p>
          <a:p>
            <a:pPr eaLnBrk="0" fontAlgn="base" hangingPunct="0">
              <a:lnSpc>
                <a:spcPct val="100000"/>
              </a:lnSpc>
              <a:spcBef>
                <a:spcPct val="0"/>
              </a:spcBef>
              <a:spcAft>
                <a:spcPct val="0"/>
              </a:spcAft>
              <a:buClrTx/>
            </a:pPr>
            <a:endParaRPr lang="en-US" altLang="en-US" sz="1000" dirty="0" smtClean="0">
              <a:solidFill>
                <a:schemeClr val="bg1"/>
              </a:solidFill>
            </a:endParaRPr>
          </a:p>
        </p:txBody>
      </p:sp>
      <p:sp>
        <p:nvSpPr>
          <p:cNvPr id="2" name="Slide Number Placeholder 1">
            <a:extLst>
              <a:ext uri="{FF2B5EF4-FFF2-40B4-BE49-F238E27FC236}">
                <a16:creationId xmlns:a16="http://schemas.microsoft.com/office/drawing/2014/main" id="{7D609542-DD6D-4EC5-B1B2-054C2BE79B96}"/>
              </a:ext>
            </a:extLst>
          </p:cNvPr>
          <p:cNvSpPr>
            <a:spLocks noGrp="1"/>
          </p:cNvSpPr>
          <p:nvPr>
            <p:ph type="sldNum" sz="quarter" idx="10"/>
          </p:nvPr>
        </p:nvSpPr>
        <p:spPr bwMode="grayWhite">
          <a:xfrm>
            <a:off x="11625325" y="5641425"/>
            <a:ext cx="549442" cy="365125"/>
          </a:xfrm>
        </p:spPr>
        <p:txBody>
          <a:bodyPr/>
          <a:lstStyle/>
          <a:p>
            <a:fld id="{D495E168-DA5E-4888-8D8A-92B118324C14}" type="slidenum">
              <a:rPr lang="ru-RU" smtClean="0"/>
              <a:pPr/>
              <a:t>6</a:t>
            </a:fld>
            <a:endParaRPr lang="ru-RU"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149" y="892387"/>
            <a:ext cx="4904874" cy="3346702"/>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6998" y="892387"/>
            <a:ext cx="5077327" cy="3346702"/>
          </a:xfrm>
          <a:prstGeom prst="rect">
            <a:avLst/>
          </a:prstGeom>
        </p:spPr>
      </p:pic>
    </p:spTree>
    <p:extLst>
      <p:ext uri="{BB962C8B-B14F-4D97-AF65-F5344CB8AC3E}">
        <p14:creationId xmlns:p14="http://schemas.microsoft.com/office/powerpoint/2010/main" val="1542082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719E0E7-CFBA-48B5-AA1B-EA5B887F6650}"/>
              </a:ext>
            </a:extLst>
          </p:cNvPr>
          <p:cNvSpPr>
            <a:spLocks noGrp="1"/>
          </p:cNvSpPr>
          <p:nvPr>
            <p:ph type="title"/>
          </p:nvPr>
        </p:nvSpPr>
        <p:spPr bwMode="grayWhite">
          <a:xfrm>
            <a:off x="409074" y="103930"/>
            <a:ext cx="9865895" cy="782638"/>
          </a:xfrm>
        </p:spPr>
        <p:txBody>
          <a:bodyPr>
            <a:normAutofit fontScale="90000"/>
          </a:bodyPr>
          <a:lstStyle/>
          <a:p>
            <a:r>
              <a:rPr lang="en-ZA" dirty="0" smtClean="0"/>
              <a:t>Churn Rate by Support Requests &amp; Payment Failures</a:t>
            </a:r>
            <a:endParaRPr lang="ru-RU" dirty="0"/>
          </a:p>
        </p:txBody>
      </p:sp>
      <p:sp>
        <p:nvSpPr>
          <p:cNvPr id="6" name="Text Placeholder 5">
            <a:extLst>
              <a:ext uri="{FF2B5EF4-FFF2-40B4-BE49-F238E27FC236}">
                <a16:creationId xmlns:a16="http://schemas.microsoft.com/office/drawing/2014/main" id="{FA6EDE3F-FD3C-4A2C-837A-5B3420BD5E75}"/>
              </a:ext>
            </a:extLst>
          </p:cNvPr>
          <p:cNvSpPr>
            <a:spLocks noGrp="1"/>
          </p:cNvSpPr>
          <p:nvPr>
            <p:ph type="body" sz="quarter" idx="20"/>
          </p:nvPr>
        </p:nvSpPr>
        <p:spPr bwMode="grayWhite">
          <a:xfrm>
            <a:off x="533400" y="4524375"/>
            <a:ext cx="5354053" cy="2333625"/>
          </a:xfrm>
        </p:spPr>
        <p:txBody>
          <a:bodyPr>
            <a:noAutofit/>
          </a:bodyPr>
          <a:lstStyle/>
          <a:p>
            <a:pPr marL="0" indent="0">
              <a:buNone/>
            </a:pPr>
            <a:r>
              <a:rPr lang="en-US" sz="1000" b="1" dirty="0">
                <a:solidFill>
                  <a:schemeClr val="bg1"/>
                </a:solidFill>
              </a:rPr>
              <a:t>Key Insights</a:t>
            </a:r>
          </a:p>
          <a:p>
            <a:r>
              <a:rPr lang="en-US" sz="1000" dirty="0" smtClean="0">
                <a:solidFill>
                  <a:schemeClr val="bg1"/>
                </a:solidFill>
              </a:rPr>
              <a:t>Customers </a:t>
            </a:r>
            <a:r>
              <a:rPr lang="en-US" sz="1000" dirty="0">
                <a:solidFill>
                  <a:schemeClr val="bg1"/>
                </a:solidFill>
              </a:rPr>
              <a:t>with six support requests had the highest churn rate at 13.20%, while those with three requests had the lowest at 9.18%. August recorded the highest overall churn at 9.42%, whereas November had the lowest at 7.26%. </a:t>
            </a:r>
            <a:endParaRPr lang="en-US" sz="1000" dirty="0" smtClean="0">
              <a:solidFill>
                <a:schemeClr val="bg1"/>
              </a:solidFill>
            </a:endParaRPr>
          </a:p>
          <a:p>
            <a:r>
              <a:rPr lang="en-US" sz="1000" dirty="0" smtClean="0">
                <a:solidFill>
                  <a:schemeClr val="bg1"/>
                </a:solidFill>
              </a:rPr>
              <a:t>In </a:t>
            </a:r>
            <a:r>
              <a:rPr lang="en-US" sz="1000" dirty="0">
                <a:solidFill>
                  <a:schemeClr val="bg1"/>
                </a:solidFill>
              </a:rPr>
              <a:t>August, four support requests had the highest churn contribution (1.26%), while three requests were lowest (0.78%). In November, six support requests had the highest churn (1.08%), while three requests were lowest (0.42</a:t>
            </a:r>
            <a:r>
              <a:rPr lang="en-US" sz="1000" dirty="0" smtClean="0">
                <a:solidFill>
                  <a:schemeClr val="bg1"/>
                </a:solidFill>
              </a:rPr>
              <a:t>%).</a:t>
            </a:r>
            <a:endParaRPr lang="en-US" sz="1000" b="1" dirty="0">
              <a:solidFill>
                <a:schemeClr val="bg1"/>
              </a:solidFill>
            </a:endParaRPr>
          </a:p>
          <a:p>
            <a:pPr marL="0" indent="0">
              <a:buNone/>
            </a:pPr>
            <a:r>
              <a:rPr lang="en-US" sz="1000" b="1" dirty="0" smtClean="0">
                <a:solidFill>
                  <a:schemeClr val="bg1"/>
                </a:solidFill>
              </a:rPr>
              <a:t>Business Insights</a:t>
            </a:r>
          </a:p>
          <a:p>
            <a:r>
              <a:rPr lang="en-US" sz="1000" dirty="0" smtClean="0">
                <a:solidFill>
                  <a:schemeClr val="bg1"/>
                </a:solidFill>
              </a:rPr>
              <a:t>High </a:t>
            </a:r>
            <a:r>
              <a:rPr lang="en-US" sz="1000" dirty="0">
                <a:solidFill>
                  <a:schemeClr val="bg1"/>
                </a:solidFill>
              </a:rPr>
              <a:t>support requests are linked to higher churn, suggesting unresolved issues or poor service experience drive cancellations. Customers with fewer support requests show lower churn, indicating smoother experiences improve retention. </a:t>
            </a:r>
            <a:endParaRPr lang="en-US" sz="1000" dirty="0" smtClean="0">
              <a:solidFill>
                <a:schemeClr val="bg1"/>
              </a:solidFill>
            </a:endParaRPr>
          </a:p>
          <a:p>
            <a:r>
              <a:rPr lang="en-US" sz="1000" dirty="0" smtClean="0">
                <a:solidFill>
                  <a:schemeClr val="bg1"/>
                </a:solidFill>
              </a:rPr>
              <a:t>The </a:t>
            </a:r>
            <a:r>
              <a:rPr lang="en-US" sz="1000" dirty="0">
                <a:solidFill>
                  <a:schemeClr val="bg1"/>
                </a:solidFill>
              </a:rPr>
              <a:t>business should improve support quality, response time, and issue resolution to reduce churn among high-need customers.</a:t>
            </a:r>
          </a:p>
          <a:p>
            <a:pPr marL="0" indent="0">
              <a:buNone/>
            </a:pPr>
            <a:endParaRPr lang="en-US" sz="1000" dirty="0"/>
          </a:p>
        </p:txBody>
      </p:sp>
      <p:sp>
        <p:nvSpPr>
          <p:cNvPr id="7" name="Text Placeholder 6">
            <a:extLst>
              <a:ext uri="{FF2B5EF4-FFF2-40B4-BE49-F238E27FC236}">
                <a16:creationId xmlns:a16="http://schemas.microsoft.com/office/drawing/2014/main" id="{22D6EF90-B98E-4EA6-8AA1-185EE8D4BD25}"/>
              </a:ext>
            </a:extLst>
          </p:cNvPr>
          <p:cNvSpPr>
            <a:spLocks noGrp="1"/>
          </p:cNvSpPr>
          <p:nvPr>
            <p:ph type="body" sz="quarter" idx="21"/>
          </p:nvPr>
        </p:nvSpPr>
        <p:spPr bwMode="grayWhite">
          <a:xfrm>
            <a:off x="6242330" y="4442780"/>
            <a:ext cx="5277852" cy="2333625"/>
          </a:xfrm>
        </p:spPr>
        <p:txBody>
          <a:bodyPr>
            <a:noAutofit/>
          </a:bodyPr>
          <a:lstStyle/>
          <a:p>
            <a:pPr marL="0" indent="0">
              <a:buNone/>
            </a:pPr>
            <a:r>
              <a:rPr lang="en-US" sz="1000" b="1" dirty="0">
                <a:solidFill>
                  <a:schemeClr val="bg1"/>
                </a:solidFill>
              </a:rPr>
              <a:t>Key Insights</a:t>
            </a:r>
          </a:p>
          <a:p>
            <a:r>
              <a:rPr lang="en-US" sz="1000" dirty="0">
                <a:solidFill>
                  <a:schemeClr val="bg1"/>
                </a:solidFill>
              </a:rPr>
              <a:t>Customers with </a:t>
            </a:r>
            <a:r>
              <a:rPr lang="en-US" sz="1000" b="1" dirty="0">
                <a:solidFill>
                  <a:schemeClr val="bg1"/>
                </a:solidFill>
              </a:rPr>
              <a:t>three payment failures</a:t>
            </a:r>
            <a:r>
              <a:rPr lang="en-US" sz="1000" dirty="0">
                <a:solidFill>
                  <a:schemeClr val="bg1"/>
                </a:solidFill>
              </a:rPr>
              <a:t> recorded the highest churn rate at </a:t>
            </a:r>
            <a:r>
              <a:rPr lang="en-US" sz="1000" b="1" dirty="0">
                <a:solidFill>
                  <a:schemeClr val="bg1"/>
                </a:solidFill>
              </a:rPr>
              <a:t>18.96%</a:t>
            </a:r>
            <a:r>
              <a:rPr lang="en-US" sz="1000" dirty="0">
                <a:solidFill>
                  <a:schemeClr val="bg1"/>
                </a:solidFill>
              </a:rPr>
              <a:t>, while those with </a:t>
            </a:r>
            <a:r>
              <a:rPr lang="en-US" sz="1000" b="1" dirty="0">
                <a:solidFill>
                  <a:schemeClr val="bg1"/>
                </a:solidFill>
              </a:rPr>
              <a:t>no payment failures</a:t>
            </a:r>
            <a:r>
              <a:rPr lang="en-US" sz="1000" dirty="0">
                <a:solidFill>
                  <a:schemeClr val="bg1"/>
                </a:solidFill>
              </a:rPr>
              <a:t> had the lowest churn at </a:t>
            </a:r>
            <a:r>
              <a:rPr lang="en-US" sz="1000" b="1" dirty="0">
                <a:solidFill>
                  <a:schemeClr val="bg1"/>
                </a:solidFill>
              </a:rPr>
              <a:t>10.50%</a:t>
            </a:r>
            <a:r>
              <a:rPr lang="en-US" sz="1000" dirty="0">
                <a:solidFill>
                  <a:schemeClr val="bg1"/>
                </a:solidFill>
              </a:rPr>
              <a:t>. August recorded the highest churn rate at </a:t>
            </a:r>
            <a:r>
              <a:rPr lang="en-US" sz="1000" b="1" dirty="0">
                <a:solidFill>
                  <a:schemeClr val="bg1"/>
                </a:solidFill>
              </a:rPr>
              <a:t>9.42%</a:t>
            </a:r>
            <a:r>
              <a:rPr lang="en-US" sz="1000" dirty="0">
                <a:solidFill>
                  <a:schemeClr val="bg1"/>
                </a:solidFill>
              </a:rPr>
              <a:t>, while November had the lowest at </a:t>
            </a:r>
            <a:r>
              <a:rPr lang="en-US" sz="1000" b="1" dirty="0">
                <a:solidFill>
                  <a:schemeClr val="bg1"/>
                </a:solidFill>
              </a:rPr>
              <a:t>7.26%</a:t>
            </a:r>
            <a:r>
              <a:rPr lang="en-US" sz="1000" dirty="0">
                <a:solidFill>
                  <a:schemeClr val="bg1"/>
                </a:solidFill>
              </a:rPr>
              <a:t>. </a:t>
            </a:r>
            <a:endParaRPr lang="en-US" sz="1000" dirty="0" smtClean="0">
              <a:solidFill>
                <a:schemeClr val="bg1"/>
              </a:solidFill>
            </a:endParaRPr>
          </a:p>
          <a:p>
            <a:r>
              <a:rPr lang="en-US" sz="1000" dirty="0" smtClean="0">
                <a:solidFill>
                  <a:schemeClr val="bg1"/>
                </a:solidFill>
              </a:rPr>
              <a:t>In </a:t>
            </a:r>
            <a:r>
              <a:rPr lang="en-US" sz="1000" dirty="0">
                <a:solidFill>
                  <a:schemeClr val="bg1"/>
                </a:solidFill>
              </a:rPr>
              <a:t>August, customers with </a:t>
            </a:r>
            <a:r>
              <a:rPr lang="en-US" sz="1000" b="1" dirty="0">
                <a:solidFill>
                  <a:schemeClr val="bg1"/>
                </a:solidFill>
              </a:rPr>
              <a:t>three payment failures</a:t>
            </a:r>
            <a:r>
              <a:rPr lang="en-US" sz="1000" dirty="0">
                <a:solidFill>
                  <a:schemeClr val="bg1"/>
                </a:solidFill>
              </a:rPr>
              <a:t> had the highest churn contribution at </a:t>
            </a:r>
            <a:r>
              <a:rPr lang="en-US" sz="1000" b="1" dirty="0">
                <a:solidFill>
                  <a:schemeClr val="bg1"/>
                </a:solidFill>
              </a:rPr>
              <a:t>1.98%</a:t>
            </a:r>
            <a:r>
              <a:rPr lang="en-US" sz="1000" dirty="0">
                <a:solidFill>
                  <a:schemeClr val="bg1"/>
                </a:solidFill>
              </a:rPr>
              <a:t>, while those with </a:t>
            </a:r>
            <a:r>
              <a:rPr lang="en-US" sz="1000" b="1" dirty="0">
                <a:solidFill>
                  <a:schemeClr val="bg1"/>
                </a:solidFill>
              </a:rPr>
              <a:t>no failures</a:t>
            </a:r>
            <a:r>
              <a:rPr lang="en-US" sz="1000" dirty="0">
                <a:solidFill>
                  <a:schemeClr val="bg1"/>
                </a:solidFill>
              </a:rPr>
              <a:t> were lowest at </a:t>
            </a:r>
            <a:r>
              <a:rPr lang="en-US" sz="1000" b="1" dirty="0">
                <a:solidFill>
                  <a:schemeClr val="bg1"/>
                </a:solidFill>
              </a:rPr>
              <a:t>0.90%</a:t>
            </a:r>
            <a:r>
              <a:rPr lang="en-US" sz="1000" dirty="0">
                <a:solidFill>
                  <a:schemeClr val="bg1"/>
                </a:solidFill>
              </a:rPr>
              <a:t>. In November, customers with </a:t>
            </a:r>
            <a:r>
              <a:rPr lang="en-US" sz="1000" b="1" dirty="0">
                <a:solidFill>
                  <a:schemeClr val="bg1"/>
                </a:solidFill>
              </a:rPr>
              <a:t>two payment failures</a:t>
            </a:r>
            <a:r>
              <a:rPr lang="en-US" sz="1000" dirty="0">
                <a:solidFill>
                  <a:schemeClr val="bg1"/>
                </a:solidFill>
              </a:rPr>
              <a:t> had the highest churn at </a:t>
            </a:r>
            <a:r>
              <a:rPr lang="en-US" sz="1000" b="1" dirty="0">
                <a:solidFill>
                  <a:schemeClr val="bg1"/>
                </a:solidFill>
              </a:rPr>
              <a:t>1.72%</a:t>
            </a:r>
            <a:r>
              <a:rPr lang="en-US" sz="1000" dirty="0">
                <a:solidFill>
                  <a:schemeClr val="bg1"/>
                </a:solidFill>
              </a:rPr>
              <a:t>, while those with </a:t>
            </a:r>
            <a:r>
              <a:rPr lang="en-US" sz="1000" b="1" dirty="0">
                <a:solidFill>
                  <a:schemeClr val="bg1"/>
                </a:solidFill>
              </a:rPr>
              <a:t>no failures</a:t>
            </a:r>
            <a:r>
              <a:rPr lang="en-US" sz="1000" dirty="0">
                <a:solidFill>
                  <a:schemeClr val="bg1"/>
                </a:solidFill>
              </a:rPr>
              <a:t> were lowest at </a:t>
            </a:r>
            <a:r>
              <a:rPr lang="en-US" sz="1000" b="1" dirty="0">
                <a:solidFill>
                  <a:schemeClr val="bg1"/>
                </a:solidFill>
              </a:rPr>
              <a:t>0.72</a:t>
            </a:r>
            <a:r>
              <a:rPr lang="en-US" sz="1000" b="1" dirty="0" smtClean="0">
                <a:solidFill>
                  <a:schemeClr val="bg1"/>
                </a:solidFill>
              </a:rPr>
              <a:t>%</a:t>
            </a:r>
            <a:r>
              <a:rPr lang="en-US" sz="1000" dirty="0" smtClean="0">
                <a:solidFill>
                  <a:schemeClr val="bg1"/>
                </a:solidFill>
              </a:rPr>
              <a:t>.</a:t>
            </a:r>
          </a:p>
          <a:p>
            <a:pPr marL="0" indent="0">
              <a:buNone/>
            </a:pPr>
            <a:r>
              <a:rPr lang="en-US" sz="1000" b="1" dirty="0">
                <a:solidFill>
                  <a:schemeClr val="bg1"/>
                </a:solidFill>
              </a:rPr>
              <a:t>Business Insights</a:t>
            </a:r>
          </a:p>
          <a:p>
            <a:r>
              <a:rPr lang="en-US" sz="1000" dirty="0">
                <a:solidFill>
                  <a:schemeClr val="bg1"/>
                </a:solidFill>
              </a:rPr>
              <a:t>Higher payment failures are strongly linked to higher churn, showing that failed transactions directly impact customer retention. Customers with no payment failures have significantly lower churn, highlighting the importance of smooth payment processes. The business should improve payment reliability, reduce transaction errors, and implement better payment recovery systems to minimize churn.</a:t>
            </a:r>
          </a:p>
          <a:p>
            <a:endParaRPr lang="en-US" sz="1000" dirty="0"/>
          </a:p>
        </p:txBody>
      </p:sp>
      <p:sp>
        <p:nvSpPr>
          <p:cNvPr id="2" name="Slide Number Placeholder 1">
            <a:extLst>
              <a:ext uri="{FF2B5EF4-FFF2-40B4-BE49-F238E27FC236}">
                <a16:creationId xmlns:a16="http://schemas.microsoft.com/office/drawing/2014/main" id="{7D609542-DD6D-4EC5-B1B2-054C2BE79B96}"/>
              </a:ext>
            </a:extLst>
          </p:cNvPr>
          <p:cNvSpPr>
            <a:spLocks noGrp="1"/>
          </p:cNvSpPr>
          <p:nvPr>
            <p:ph type="sldNum" sz="quarter" idx="10"/>
          </p:nvPr>
        </p:nvSpPr>
        <p:spPr bwMode="grayWhite">
          <a:xfrm>
            <a:off x="11642558" y="5691187"/>
            <a:ext cx="549442" cy="365125"/>
          </a:xfrm>
        </p:spPr>
        <p:txBody>
          <a:bodyPr/>
          <a:lstStyle/>
          <a:p>
            <a:fld id="{D495E168-DA5E-4888-8D8A-92B118324C14}" type="slidenum">
              <a:rPr lang="ru-RU" smtClean="0"/>
              <a:pPr/>
              <a:t>7</a:t>
            </a:fld>
            <a:endParaRPr lang="ru-RU"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976548"/>
            <a:ext cx="5354053" cy="345784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2330" y="947266"/>
            <a:ext cx="5277852" cy="3487129"/>
          </a:xfrm>
          <a:prstGeom prst="rect">
            <a:avLst/>
          </a:prstGeom>
        </p:spPr>
      </p:pic>
    </p:spTree>
    <p:extLst>
      <p:ext uri="{BB962C8B-B14F-4D97-AF65-F5344CB8AC3E}">
        <p14:creationId xmlns:p14="http://schemas.microsoft.com/office/powerpoint/2010/main" val="81070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719E0E7-CFBA-48B5-AA1B-EA5B887F6650}"/>
              </a:ext>
            </a:extLst>
          </p:cNvPr>
          <p:cNvSpPr>
            <a:spLocks noGrp="1"/>
          </p:cNvSpPr>
          <p:nvPr>
            <p:ph type="title"/>
          </p:nvPr>
        </p:nvSpPr>
        <p:spPr bwMode="grayWhite">
          <a:xfrm>
            <a:off x="304906" y="131019"/>
            <a:ext cx="10699977" cy="782638"/>
          </a:xfrm>
        </p:spPr>
        <p:txBody>
          <a:bodyPr>
            <a:normAutofit/>
          </a:bodyPr>
          <a:lstStyle/>
          <a:p>
            <a:r>
              <a:rPr lang="en-ZA" dirty="0" smtClean="0"/>
              <a:t>Retention Rate by Plan &amp; Usage</a:t>
            </a:r>
            <a:endParaRPr lang="ru-RU" dirty="0"/>
          </a:p>
        </p:txBody>
      </p:sp>
      <p:sp>
        <p:nvSpPr>
          <p:cNvPr id="6" name="Text Placeholder 5">
            <a:extLst>
              <a:ext uri="{FF2B5EF4-FFF2-40B4-BE49-F238E27FC236}">
                <a16:creationId xmlns:a16="http://schemas.microsoft.com/office/drawing/2014/main" id="{FA6EDE3F-FD3C-4A2C-837A-5B3420BD5E75}"/>
              </a:ext>
            </a:extLst>
          </p:cNvPr>
          <p:cNvSpPr>
            <a:spLocks noGrp="1"/>
          </p:cNvSpPr>
          <p:nvPr>
            <p:ph type="body" sz="quarter" idx="20"/>
          </p:nvPr>
        </p:nvSpPr>
        <p:spPr bwMode="grayWhite">
          <a:xfrm>
            <a:off x="493295" y="4524375"/>
            <a:ext cx="5354054" cy="2333625"/>
          </a:xfrm>
        </p:spPr>
        <p:txBody>
          <a:bodyPr>
            <a:noAutofit/>
          </a:bodyPr>
          <a:lstStyle/>
          <a:p>
            <a:pPr marL="0" indent="0">
              <a:buNone/>
            </a:pPr>
            <a:r>
              <a:rPr lang="en-US" sz="1000" b="1" dirty="0">
                <a:solidFill>
                  <a:schemeClr val="bg1"/>
                </a:solidFill>
              </a:rPr>
              <a:t>Key Insights</a:t>
            </a:r>
          </a:p>
          <a:p>
            <a:r>
              <a:rPr lang="en-US" sz="1000" dirty="0">
                <a:solidFill>
                  <a:schemeClr val="bg1"/>
                </a:solidFill>
              </a:rPr>
              <a:t>The retention rate across all plans is relatively similar at approximately </a:t>
            </a:r>
            <a:r>
              <a:rPr lang="en-US" sz="1000" b="1" dirty="0">
                <a:solidFill>
                  <a:schemeClr val="bg1"/>
                </a:solidFill>
              </a:rPr>
              <a:t>33%</a:t>
            </a:r>
            <a:r>
              <a:rPr lang="en-US" sz="1000" dirty="0">
                <a:solidFill>
                  <a:schemeClr val="bg1"/>
                </a:solidFill>
              </a:rPr>
              <a:t>. </a:t>
            </a:r>
            <a:endParaRPr lang="en-US" sz="1000" dirty="0" smtClean="0">
              <a:solidFill>
                <a:schemeClr val="bg1"/>
              </a:solidFill>
            </a:endParaRPr>
          </a:p>
          <a:p>
            <a:r>
              <a:rPr lang="en-US" sz="1000" dirty="0" smtClean="0">
                <a:solidFill>
                  <a:schemeClr val="bg1"/>
                </a:solidFill>
              </a:rPr>
              <a:t>In </a:t>
            </a:r>
            <a:r>
              <a:rPr lang="en-US" sz="1000" dirty="0">
                <a:solidFill>
                  <a:schemeClr val="bg1"/>
                </a:solidFill>
              </a:rPr>
              <a:t>the Basic plan, established users have the highest retention rate at 10%, while new users are lowest at 2.40%. In the Premium plan, loyal users lead with 11.44%, while new users are lowest at 1.52%. In the Standard plan, loyal users again record the highest retention at 10.88%, while new users are lowest at 2.96%.</a:t>
            </a:r>
          </a:p>
          <a:p>
            <a:pPr marL="0" indent="0">
              <a:buNone/>
            </a:pPr>
            <a:r>
              <a:rPr lang="en-US" sz="1000" b="1" dirty="0">
                <a:solidFill>
                  <a:schemeClr val="bg1"/>
                </a:solidFill>
              </a:rPr>
              <a:t>Business Insights</a:t>
            </a:r>
          </a:p>
          <a:p>
            <a:r>
              <a:rPr lang="en-US" sz="1000" dirty="0">
                <a:solidFill>
                  <a:schemeClr val="bg1"/>
                </a:solidFill>
              </a:rPr>
              <a:t>Retention is strongest among loyal and established users across all plans, showing that long-term customers are more stable. New users consistently show the lowest retention, indicating onboarding or early engagement issues. The business should improve onboarding experiences, strengthen early-stage engagement, and build loyalty programs to increase retention among new customers.</a:t>
            </a:r>
          </a:p>
        </p:txBody>
      </p:sp>
      <p:sp>
        <p:nvSpPr>
          <p:cNvPr id="7" name="Text Placeholder 6">
            <a:extLst>
              <a:ext uri="{FF2B5EF4-FFF2-40B4-BE49-F238E27FC236}">
                <a16:creationId xmlns:a16="http://schemas.microsoft.com/office/drawing/2014/main" id="{22D6EF90-B98E-4EA6-8AA1-185EE8D4BD25}"/>
              </a:ext>
            </a:extLst>
          </p:cNvPr>
          <p:cNvSpPr>
            <a:spLocks noGrp="1"/>
          </p:cNvSpPr>
          <p:nvPr>
            <p:ph type="body" sz="quarter" idx="21"/>
          </p:nvPr>
        </p:nvSpPr>
        <p:spPr bwMode="grayWhite">
          <a:xfrm>
            <a:off x="6336631" y="4478024"/>
            <a:ext cx="5137377" cy="2333625"/>
          </a:xfrm>
        </p:spPr>
        <p:txBody>
          <a:bodyPr>
            <a:noAutofit/>
          </a:bodyPr>
          <a:lstStyle/>
          <a:p>
            <a:pPr marL="0" indent="0">
              <a:buNone/>
            </a:pPr>
            <a:r>
              <a:rPr lang="en-US" sz="1000" b="1" dirty="0">
                <a:solidFill>
                  <a:schemeClr val="bg1"/>
                </a:solidFill>
              </a:rPr>
              <a:t>Key Insights</a:t>
            </a:r>
          </a:p>
          <a:p>
            <a:r>
              <a:rPr lang="en-US" sz="1000" dirty="0">
                <a:solidFill>
                  <a:schemeClr val="bg1"/>
                </a:solidFill>
              </a:rPr>
              <a:t>Very high usage customers record the highest retention rate at 23.12%, while very low usage customers have the lowest at 3.12%. Overall, loyal users show the strongest retention at 31.84%, while new users have the lowest at 6.88%. </a:t>
            </a:r>
            <a:endParaRPr lang="en-US" sz="1000" dirty="0" smtClean="0">
              <a:solidFill>
                <a:schemeClr val="bg1"/>
              </a:solidFill>
            </a:endParaRPr>
          </a:p>
          <a:p>
            <a:r>
              <a:rPr lang="en-US" sz="1000" dirty="0" smtClean="0">
                <a:solidFill>
                  <a:schemeClr val="bg1"/>
                </a:solidFill>
              </a:rPr>
              <a:t>Within </a:t>
            </a:r>
            <a:r>
              <a:rPr lang="en-US" sz="1000" dirty="0">
                <a:solidFill>
                  <a:schemeClr val="bg1"/>
                </a:solidFill>
              </a:rPr>
              <a:t>very high usage, loyal users lead at 8.64%, while early-stage users are lowest at 1.60%. In very low usage, loyal users are highest at 1.36%, while new and early-stage users are lowest at 0.24%.</a:t>
            </a:r>
          </a:p>
          <a:p>
            <a:pPr marL="0" indent="0">
              <a:buNone/>
            </a:pPr>
            <a:r>
              <a:rPr lang="en-US" sz="1000" b="1" dirty="0">
                <a:solidFill>
                  <a:schemeClr val="bg1"/>
                </a:solidFill>
              </a:rPr>
              <a:t>Business </a:t>
            </a:r>
            <a:r>
              <a:rPr lang="en-US" sz="1000" b="1" dirty="0" smtClean="0">
                <a:solidFill>
                  <a:schemeClr val="bg1"/>
                </a:solidFill>
              </a:rPr>
              <a:t>Insights</a:t>
            </a:r>
          </a:p>
          <a:p>
            <a:r>
              <a:rPr lang="en-US" sz="1000" dirty="0" smtClean="0">
                <a:solidFill>
                  <a:schemeClr val="bg1"/>
                </a:solidFill>
              </a:rPr>
              <a:t>Retention </a:t>
            </a:r>
            <a:r>
              <a:rPr lang="en-US" sz="1000" dirty="0">
                <a:solidFill>
                  <a:schemeClr val="bg1"/>
                </a:solidFill>
              </a:rPr>
              <a:t>is strongly driven by usage level and customer maturity, with loyal and high-usage customers being the most stable segments. Low-usage and new users show weak retention, indicating early disengagement. </a:t>
            </a:r>
            <a:endParaRPr lang="en-US" sz="1000" dirty="0" smtClean="0">
              <a:solidFill>
                <a:schemeClr val="bg1"/>
              </a:solidFill>
            </a:endParaRPr>
          </a:p>
          <a:p>
            <a:r>
              <a:rPr lang="en-US" sz="1000" dirty="0" smtClean="0">
                <a:solidFill>
                  <a:schemeClr val="bg1"/>
                </a:solidFill>
              </a:rPr>
              <a:t>The </a:t>
            </a:r>
            <a:r>
              <a:rPr lang="en-US" sz="1000" dirty="0">
                <a:solidFill>
                  <a:schemeClr val="bg1"/>
                </a:solidFill>
              </a:rPr>
              <a:t>business should focus on increasing engagement in the early stages and converting new users into active and loyal customers through onboarding and value-driven features.</a:t>
            </a:r>
          </a:p>
        </p:txBody>
      </p:sp>
      <p:sp>
        <p:nvSpPr>
          <p:cNvPr id="2" name="Slide Number Placeholder 1">
            <a:extLst>
              <a:ext uri="{FF2B5EF4-FFF2-40B4-BE49-F238E27FC236}">
                <a16:creationId xmlns:a16="http://schemas.microsoft.com/office/drawing/2014/main" id="{7D609542-DD6D-4EC5-B1B2-054C2BE79B96}"/>
              </a:ext>
            </a:extLst>
          </p:cNvPr>
          <p:cNvSpPr>
            <a:spLocks noGrp="1"/>
          </p:cNvSpPr>
          <p:nvPr>
            <p:ph type="sldNum" sz="quarter" idx="10"/>
          </p:nvPr>
        </p:nvSpPr>
        <p:spPr bwMode="grayWhite">
          <a:xfrm>
            <a:off x="11642558" y="5691187"/>
            <a:ext cx="549442" cy="365125"/>
          </a:xfrm>
        </p:spPr>
        <p:txBody>
          <a:bodyPr/>
          <a:lstStyle/>
          <a:p>
            <a:fld id="{D495E168-DA5E-4888-8D8A-92B118324C14}" type="slidenum">
              <a:rPr lang="ru-RU" smtClean="0"/>
              <a:pPr/>
              <a:t>8</a:t>
            </a:fld>
            <a:endParaRPr lang="ru-RU"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95" y="976551"/>
            <a:ext cx="5354054" cy="348493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6632" y="976551"/>
            <a:ext cx="5137377" cy="3484930"/>
          </a:xfrm>
          <a:prstGeom prst="rect">
            <a:avLst/>
          </a:prstGeom>
        </p:spPr>
      </p:pic>
    </p:spTree>
    <p:extLst>
      <p:ext uri="{BB962C8B-B14F-4D97-AF65-F5344CB8AC3E}">
        <p14:creationId xmlns:p14="http://schemas.microsoft.com/office/powerpoint/2010/main" val="1540465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719E0E7-CFBA-48B5-AA1B-EA5B887F6650}"/>
              </a:ext>
            </a:extLst>
          </p:cNvPr>
          <p:cNvSpPr>
            <a:spLocks noGrp="1"/>
          </p:cNvSpPr>
          <p:nvPr>
            <p:ph type="title"/>
          </p:nvPr>
        </p:nvSpPr>
        <p:spPr bwMode="grayWhite">
          <a:xfrm>
            <a:off x="557462" y="94729"/>
            <a:ext cx="11097128" cy="782638"/>
          </a:xfrm>
        </p:spPr>
        <p:txBody>
          <a:bodyPr>
            <a:normAutofit fontScale="90000"/>
          </a:bodyPr>
          <a:lstStyle/>
          <a:p>
            <a:r>
              <a:rPr lang="en-ZA" dirty="0" smtClean="0"/>
              <a:t>Retention Rate &amp; Customer by Subscription Duration</a:t>
            </a:r>
            <a:endParaRPr lang="ru-RU" dirty="0"/>
          </a:p>
        </p:txBody>
      </p:sp>
      <p:sp>
        <p:nvSpPr>
          <p:cNvPr id="6" name="Text Placeholder 5">
            <a:extLst>
              <a:ext uri="{FF2B5EF4-FFF2-40B4-BE49-F238E27FC236}">
                <a16:creationId xmlns:a16="http://schemas.microsoft.com/office/drawing/2014/main" id="{FA6EDE3F-FD3C-4A2C-837A-5B3420BD5E75}"/>
              </a:ext>
            </a:extLst>
          </p:cNvPr>
          <p:cNvSpPr>
            <a:spLocks noGrp="1"/>
          </p:cNvSpPr>
          <p:nvPr>
            <p:ph type="body" sz="quarter" idx="20"/>
          </p:nvPr>
        </p:nvSpPr>
        <p:spPr bwMode="grayWhite">
          <a:xfrm>
            <a:off x="557463" y="4524375"/>
            <a:ext cx="5650834" cy="2333625"/>
          </a:xfrm>
        </p:spPr>
        <p:txBody>
          <a:bodyPr>
            <a:noAutofit/>
          </a:bodyPr>
          <a:lstStyle/>
          <a:p>
            <a:pPr marL="0" indent="0">
              <a:buNone/>
            </a:pPr>
            <a:r>
              <a:rPr lang="en-US" sz="1000" b="1" dirty="0">
                <a:solidFill>
                  <a:schemeClr val="bg1"/>
                </a:solidFill>
              </a:rPr>
              <a:t>Key Insights</a:t>
            </a:r>
          </a:p>
          <a:p>
            <a:r>
              <a:rPr lang="en-US" sz="1000" dirty="0">
                <a:solidFill>
                  <a:schemeClr val="bg1"/>
                </a:solidFill>
              </a:rPr>
              <a:t>July recorded the highest retention rate at 9.68%, while February had the lowest at 5.52%. Overall, loyal users show the highest retention at 31.84%, while new users have the lowest at 6.88%. </a:t>
            </a:r>
            <a:endParaRPr lang="en-US" sz="1000" dirty="0" smtClean="0">
              <a:solidFill>
                <a:schemeClr val="bg1"/>
              </a:solidFill>
            </a:endParaRPr>
          </a:p>
          <a:p>
            <a:r>
              <a:rPr lang="en-US" sz="1000" dirty="0" smtClean="0">
                <a:solidFill>
                  <a:schemeClr val="bg1"/>
                </a:solidFill>
              </a:rPr>
              <a:t>In </a:t>
            </a:r>
            <a:r>
              <a:rPr lang="en-US" sz="1000" dirty="0">
                <a:solidFill>
                  <a:schemeClr val="bg1"/>
                </a:solidFill>
              </a:rPr>
              <a:t>July, loyal users had the highest retention at 3.12%, while new users were lowest at 0.96%. In February, established users led with 1.92%, while both new and early-stage users recorded the lowest retention at 0.32%.</a:t>
            </a:r>
          </a:p>
          <a:p>
            <a:pPr marL="0" indent="0">
              <a:buNone/>
            </a:pPr>
            <a:r>
              <a:rPr lang="en-US" sz="1000" b="1" dirty="0">
                <a:solidFill>
                  <a:schemeClr val="bg1"/>
                </a:solidFill>
              </a:rPr>
              <a:t>Business Insights</a:t>
            </a:r>
          </a:p>
          <a:p>
            <a:r>
              <a:rPr lang="en-US" sz="1000" dirty="0">
                <a:solidFill>
                  <a:schemeClr val="bg1"/>
                </a:solidFill>
              </a:rPr>
              <a:t>Retention is strongest among loyal and established users, showing that long-term customers are more stable and valuable. New and early-stage users consistently show low retention, indicating weak early engagement. The business should focus on improving onboarding, early user experience, and engagement strategies to improve retention in the first stages of the customer journey.</a:t>
            </a:r>
          </a:p>
        </p:txBody>
      </p:sp>
      <p:sp>
        <p:nvSpPr>
          <p:cNvPr id="7" name="Text Placeholder 6">
            <a:extLst>
              <a:ext uri="{FF2B5EF4-FFF2-40B4-BE49-F238E27FC236}">
                <a16:creationId xmlns:a16="http://schemas.microsoft.com/office/drawing/2014/main" id="{22D6EF90-B98E-4EA6-8AA1-185EE8D4BD25}"/>
              </a:ext>
            </a:extLst>
          </p:cNvPr>
          <p:cNvSpPr>
            <a:spLocks noGrp="1"/>
          </p:cNvSpPr>
          <p:nvPr>
            <p:ph type="body" sz="quarter" idx="21"/>
          </p:nvPr>
        </p:nvSpPr>
        <p:spPr bwMode="grayWhite">
          <a:xfrm>
            <a:off x="6620284" y="4524375"/>
            <a:ext cx="4853725" cy="2333625"/>
          </a:xfrm>
        </p:spPr>
        <p:txBody>
          <a:bodyPr>
            <a:noAutofit/>
          </a:bodyPr>
          <a:lstStyle/>
          <a:p>
            <a:pPr marL="0" indent="0">
              <a:buNone/>
            </a:pPr>
            <a:r>
              <a:rPr lang="en-US" sz="1000" b="1" dirty="0">
                <a:solidFill>
                  <a:schemeClr val="bg1"/>
                </a:solidFill>
              </a:rPr>
              <a:t>Key Insights</a:t>
            </a:r>
          </a:p>
          <a:p>
            <a:r>
              <a:rPr lang="en-US" sz="1000" dirty="0">
                <a:solidFill>
                  <a:schemeClr val="bg1"/>
                </a:solidFill>
              </a:rPr>
              <a:t>Total customers increased over time, with 220 in January, 237 in April, and 250 in July, showing steady growth in sign-ups. </a:t>
            </a:r>
            <a:endParaRPr lang="en-US" sz="1000" dirty="0" smtClean="0">
              <a:solidFill>
                <a:schemeClr val="bg1"/>
              </a:solidFill>
            </a:endParaRPr>
          </a:p>
          <a:p>
            <a:r>
              <a:rPr lang="en-US" sz="1000" dirty="0" smtClean="0">
                <a:solidFill>
                  <a:schemeClr val="bg1"/>
                </a:solidFill>
              </a:rPr>
              <a:t>Loyal </a:t>
            </a:r>
            <a:r>
              <a:rPr lang="en-US" sz="1000" dirty="0">
                <a:solidFill>
                  <a:schemeClr val="bg1"/>
                </a:solidFill>
              </a:rPr>
              <a:t>users consistently made up the majority of customers across all months, with 80 (Jan), 87 (Apr), and 88 (Jul), while new users remained much lower at 10 (Jan), 18 (Apr), and 16 (Jul).</a:t>
            </a:r>
          </a:p>
          <a:p>
            <a:pPr marL="0" indent="0">
              <a:buNone/>
            </a:pPr>
            <a:r>
              <a:rPr lang="en-US" sz="1000" b="1" dirty="0">
                <a:solidFill>
                  <a:schemeClr val="bg1"/>
                </a:solidFill>
              </a:rPr>
              <a:t>Business Insights</a:t>
            </a:r>
          </a:p>
          <a:p>
            <a:r>
              <a:rPr lang="en-US" sz="1000" dirty="0">
                <a:solidFill>
                  <a:schemeClr val="bg1"/>
                </a:solidFill>
              </a:rPr>
              <a:t>Customer growth is stable and gradually increasing, indicating positive acquisition trends. However, new users remain significantly lower than loyal users, suggesting a strong reliance on returning customers rather than fresh acquisition. The business should strengthen marketing and onboarding strategies to attract more new users while maintaining loyalty among existing customers.</a:t>
            </a:r>
          </a:p>
        </p:txBody>
      </p:sp>
      <p:sp>
        <p:nvSpPr>
          <p:cNvPr id="2" name="Slide Number Placeholder 1">
            <a:extLst>
              <a:ext uri="{FF2B5EF4-FFF2-40B4-BE49-F238E27FC236}">
                <a16:creationId xmlns:a16="http://schemas.microsoft.com/office/drawing/2014/main" id="{7D609542-DD6D-4EC5-B1B2-054C2BE79B96}"/>
              </a:ext>
            </a:extLst>
          </p:cNvPr>
          <p:cNvSpPr>
            <a:spLocks noGrp="1"/>
          </p:cNvSpPr>
          <p:nvPr>
            <p:ph type="sldNum" sz="quarter" idx="10"/>
          </p:nvPr>
        </p:nvSpPr>
        <p:spPr bwMode="grayWhite">
          <a:xfrm>
            <a:off x="11611275" y="5691187"/>
            <a:ext cx="549442" cy="365125"/>
          </a:xfrm>
        </p:spPr>
        <p:txBody>
          <a:bodyPr/>
          <a:lstStyle/>
          <a:p>
            <a:fld id="{D495E168-DA5E-4888-8D8A-92B118324C14}" type="slidenum">
              <a:rPr lang="ru-RU" smtClean="0"/>
              <a:pPr/>
              <a:t>9</a:t>
            </a:fld>
            <a:endParaRPr lang="ru-RU"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462" y="976551"/>
            <a:ext cx="5650834" cy="348493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0284" y="976551"/>
            <a:ext cx="5034306" cy="3484930"/>
          </a:xfrm>
          <a:prstGeom prst="rect">
            <a:avLst/>
          </a:prstGeom>
        </p:spPr>
      </p:pic>
    </p:spTree>
    <p:extLst>
      <p:ext uri="{BB962C8B-B14F-4D97-AF65-F5344CB8AC3E}">
        <p14:creationId xmlns:p14="http://schemas.microsoft.com/office/powerpoint/2010/main" val="4020459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719E0E7-CFBA-48B5-AA1B-EA5B887F6650}"/>
              </a:ext>
            </a:extLst>
          </p:cNvPr>
          <p:cNvSpPr>
            <a:spLocks noGrp="1"/>
          </p:cNvSpPr>
          <p:nvPr>
            <p:ph type="title"/>
          </p:nvPr>
        </p:nvSpPr>
        <p:spPr bwMode="grayWhite">
          <a:xfrm>
            <a:off x="525379" y="150017"/>
            <a:ext cx="8217568" cy="782638"/>
          </a:xfrm>
        </p:spPr>
        <p:txBody>
          <a:bodyPr>
            <a:normAutofit/>
          </a:bodyPr>
          <a:lstStyle/>
          <a:p>
            <a:r>
              <a:rPr lang="en-ZA" dirty="0" smtClean="0"/>
              <a:t>Customer Cohorts Analysis</a:t>
            </a:r>
            <a:endParaRPr lang="ru-RU" dirty="0"/>
          </a:p>
        </p:txBody>
      </p:sp>
      <p:sp>
        <p:nvSpPr>
          <p:cNvPr id="6" name="Text Placeholder 5">
            <a:extLst>
              <a:ext uri="{FF2B5EF4-FFF2-40B4-BE49-F238E27FC236}">
                <a16:creationId xmlns:a16="http://schemas.microsoft.com/office/drawing/2014/main" id="{FA6EDE3F-FD3C-4A2C-837A-5B3420BD5E75}"/>
              </a:ext>
            </a:extLst>
          </p:cNvPr>
          <p:cNvSpPr>
            <a:spLocks noGrp="1"/>
          </p:cNvSpPr>
          <p:nvPr>
            <p:ph type="body" sz="quarter" idx="20"/>
          </p:nvPr>
        </p:nvSpPr>
        <p:spPr bwMode="grayWhite">
          <a:xfrm>
            <a:off x="693821" y="4524375"/>
            <a:ext cx="4365625" cy="2333625"/>
          </a:xfrm>
        </p:spPr>
        <p:txBody>
          <a:bodyPr>
            <a:noAutofit/>
          </a:bodyPr>
          <a:lstStyle/>
          <a:p>
            <a:pPr marL="0" indent="0">
              <a:buNone/>
            </a:pPr>
            <a:r>
              <a:rPr lang="en-US" sz="1000" b="1" dirty="0">
                <a:solidFill>
                  <a:schemeClr val="bg1"/>
                </a:solidFill>
              </a:rPr>
              <a:t>Key Insights</a:t>
            </a:r>
          </a:p>
          <a:p>
            <a:r>
              <a:rPr lang="en-US" sz="1000" dirty="0">
                <a:solidFill>
                  <a:schemeClr val="bg1"/>
                </a:solidFill>
              </a:rPr>
              <a:t>Churn rates remained almost stable across the period, with January and April both at 33.26%, and a slight decrease in July at 32.25%.</a:t>
            </a:r>
          </a:p>
          <a:p>
            <a:pPr marL="0" indent="0">
              <a:buNone/>
            </a:pPr>
            <a:r>
              <a:rPr lang="en-US" sz="1000" b="1" dirty="0">
                <a:solidFill>
                  <a:schemeClr val="bg1"/>
                </a:solidFill>
              </a:rPr>
              <a:t>Business Insights</a:t>
            </a:r>
          </a:p>
          <a:p>
            <a:r>
              <a:rPr lang="en-US" sz="1000" dirty="0">
                <a:solidFill>
                  <a:schemeClr val="bg1"/>
                </a:solidFill>
              </a:rPr>
              <a:t>The minimal change in churn rate suggests that customer </a:t>
            </a:r>
            <a:endParaRPr lang="en-US" sz="1000" dirty="0" smtClean="0">
              <a:solidFill>
                <a:schemeClr val="bg1"/>
              </a:solidFill>
            </a:endParaRPr>
          </a:p>
          <a:p>
            <a:r>
              <a:rPr lang="en-US" sz="1000" dirty="0" smtClean="0">
                <a:solidFill>
                  <a:schemeClr val="bg1"/>
                </a:solidFill>
              </a:rPr>
              <a:t>retention </a:t>
            </a:r>
            <a:r>
              <a:rPr lang="en-US" sz="1000" dirty="0">
                <a:solidFill>
                  <a:schemeClr val="bg1"/>
                </a:solidFill>
              </a:rPr>
              <a:t>challenges are consistent over time rather than seasonal. The slight improvement in July indicates early signs of better retention, but overall churn remains high</a:t>
            </a:r>
            <a:r>
              <a:rPr lang="en-US" sz="1000" dirty="0" smtClean="0">
                <a:solidFill>
                  <a:schemeClr val="bg1"/>
                </a:solidFill>
              </a:rPr>
              <a:t>.</a:t>
            </a:r>
          </a:p>
          <a:p>
            <a:r>
              <a:rPr lang="en-US" sz="1000" dirty="0" smtClean="0">
                <a:solidFill>
                  <a:schemeClr val="bg1"/>
                </a:solidFill>
              </a:rPr>
              <a:t> </a:t>
            </a:r>
            <a:r>
              <a:rPr lang="en-US" sz="1000" dirty="0">
                <a:solidFill>
                  <a:schemeClr val="bg1"/>
                </a:solidFill>
              </a:rPr>
              <a:t>The business should focus on strengthening retention strategies to drive a more significant reduction in churn.</a:t>
            </a:r>
          </a:p>
        </p:txBody>
      </p:sp>
      <p:sp>
        <p:nvSpPr>
          <p:cNvPr id="7" name="Text Placeholder 6">
            <a:extLst>
              <a:ext uri="{FF2B5EF4-FFF2-40B4-BE49-F238E27FC236}">
                <a16:creationId xmlns:a16="http://schemas.microsoft.com/office/drawing/2014/main" id="{22D6EF90-B98E-4EA6-8AA1-185EE8D4BD25}"/>
              </a:ext>
            </a:extLst>
          </p:cNvPr>
          <p:cNvSpPr>
            <a:spLocks noGrp="1"/>
          </p:cNvSpPr>
          <p:nvPr>
            <p:ph type="body" sz="quarter" idx="21"/>
          </p:nvPr>
        </p:nvSpPr>
        <p:spPr bwMode="grayWhite">
          <a:xfrm>
            <a:off x="6641432" y="4524375"/>
            <a:ext cx="4832577" cy="2333625"/>
          </a:xfrm>
        </p:spPr>
        <p:txBody>
          <a:bodyPr>
            <a:noAutofit/>
          </a:bodyPr>
          <a:lstStyle/>
          <a:p>
            <a:pPr marL="0" indent="0">
              <a:buNone/>
            </a:pPr>
            <a:r>
              <a:rPr lang="en-US" sz="1000" b="1" dirty="0">
                <a:solidFill>
                  <a:schemeClr val="bg1"/>
                </a:solidFill>
              </a:rPr>
              <a:t>Key Insights</a:t>
            </a:r>
          </a:p>
          <a:p>
            <a:r>
              <a:rPr lang="en-US" sz="1000" dirty="0">
                <a:solidFill>
                  <a:schemeClr val="bg1"/>
                </a:solidFill>
              </a:rPr>
              <a:t>Total customers increased steadily from 220 in January, to 237 in April, and 250 in July, showing consistent growth. </a:t>
            </a:r>
            <a:endParaRPr lang="en-US" sz="1000" dirty="0" smtClean="0">
              <a:solidFill>
                <a:schemeClr val="bg1"/>
              </a:solidFill>
            </a:endParaRPr>
          </a:p>
          <a:p>
            <a:r>
              <a:rPr lang="en-US" sz="1000" dirty="0" smtClean="0">
                <a:solidFill>
                  <a:schemeClr val="bg1"/>
                </a:solidFill>
              </a:rPr>
              <a:t>In </a:t>
            </a:r>
            <a:r>
              <a:rPr lang="en-US" sz="1000" dirty="0">
                <a:solidFill>
                  <a:schemeClr val="bg1"/>
                </a:solidFill>
              </a:rPr>
              <a:t>January, there were 49 power users and 15 very low usage customers. In April, 64 customers were moderate users and 18 were low usage. In July, 68 customers were very high usage and 17 were very low usage, indicating a shift toward higher engagement levels over time.</a:t>
            </a:r>
          </a:p>
          <a:p>
            <a:pPr marL="0" indent="0">
              <a:buNone/>
            </a:pPr>
            <a:r>
              <a:rPr lang="en-US" sz="1000" b="1" dirty="0">
                <a:solidFill>
                  <a:schemeClr val="bg1"/>
                </a:solidFill>
              </a:rPr>
              <a:t>Business Insights</a:t>
            </a:r>
          </a:p>
          <a:p>
            <a:r>
              <a:rPr lang="en-US" sz="1000" dirty="0">
                <a:solidFill>
                  <a:schemeClr val="bg1"/>
                </a:solidFill>
              </a:rPr>
              <a:t>Customer growth is accompanied by increasing usage intensity, suggesting improving engagement quality over time. The rise in high and moderate usage users indicates stronger product adoption. However, the presence of low and very low usage customers across all months highlights an ongoing need to improve onboarding and activation strategies to boost engagement among new users</a:t>
            </a:r>
            <a:r>
              <a:rPr lang="en-US" dirty="0">
                <a:solidFill>
                  <a:schemeClr val="bg1"/>
                </a:solidFill>
              </a:rPr>
              <a:t>.</a:t>
            </a:r>
          </a:p>
        </p:txBody>
      </p:sp>
      <p:sp>
        <p:nvSpPr>
          <p:cNvPr id="2" name="Slide Number Placeholder 1">
            <a:extLst>
              <a:ext uri="{FF2B5EF4-FFF2-40B4-BE49-F238E27FC236}">
                <a16:creationId xmlns:a16="http://schemas.microsoft.com/office/drawing/2014/main" id="{7D609542-DD6D-4EC5-B1B2-054C2BE79B96}"/>
              </a:ext>
            </a:extLst>
          </p:cNvPr>
          <p:cNvSpPr>
            <a:spLocks noGrp="1"/>
          </p:cNvSpPr>
          <p:nvPr>
            <p:ph type="sldNum" sz="quarter" idx="10"/>
          </p:nvPr>
        </p:nvSpPr>
        <p:spPr bwMode="grayWhite">
          <a:xfrm>
            <a:off x="11642558" y="5691187"/>
            <a:ext cx="549442" cy="365125"/>
          </a:xfrm>
        </p:spPr>
        <p:txBody>
          <a:bodyPr/>
          <a:lstStyle/>
          <a:p>
            <a:fld id="{D495E168-DA5E-4888-8D8A-92B118324C14}" type="slidenum">
              <a:rPr lang="ru-RU" smtClean="0"/>
              <a:pPr/>
              <a:t>10</a:t>
            </a:fld>
            <a:endParaRPr lang="ru-RU"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821" y="976551"/>
            <a:ext cx="5578642" cy="348493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1432" y="964102"/>
            <a:ext cx="4832577" cy="3498100"/>
          </a:xfrm>
          <a:prstGeom prst="rect">
            <a:avLst/>
          </a:prstGeom>
        </p:spPr>
      </p:pic>
    </p:spTree>
    <p:extLst>
      <p:ext uri="{BB962C8B-B14F-4D97-AF65-F5344CB8AC3E}">
        <p14:creationId xmlns:p14="http://schemas.microsoft.com/office/powerpoint/2010/main" val="3654160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719E0E7-CFBA-48B5-AA1B-EA5B887F6650}"/>
              </a:ext>
            </a:extLst>
          </p:cNvPr>
          <p:cNvSpPr>
            <a:spLocks noGrp="1"/>
          </p:cNvSpPr>
          <p:nvPr>
            <p:ph type="title"/>
          </p:nvPr>
        </p:nvSpPr>
        <p:spPr bwMode="grayWhite">
          <a:xfrm>
            <a:off x="437147" y="34234"/>
            <a:ext cx="11121189" cy="782638"/>
          </a:xfrm>
        </p:spPr>
        <p:txBody>
          <a:bodyPr>
            <a:normAutofit fontScale="90000"/>
          </a:bodyPr>
          <a:lstStyle/>
          <a:p>
            <a:r>
              <a:rPr lang="en-ZA" dirty="0" smtClean="0"/>
              <a:t>Customer Cohorts and lifetime Patterns</a:t>
            </a:r>
            <a:endParaRPr lang="ru-RU" dirty="0"/>
          </a:p>
        </p:txBody>
      </p:sp>
      <p:sp>
        <p:nvSpPr>
          <p:cNvPr id="6" name="Text Placeholder 5">
            <a:extLst>
              <a:ext uri="{FF2B5EF4-FFF2-40B4-BE49-F238E27FC236}">
                <a16:creationId xmlns:a16="http://schemas.microsoft.com/office/drawing/2014/main" id="{FA6EDE3F-FD3C-4A2C-837A-5B3420BD5E75}"/>
              </a:ext>
            </a:extLst>
          </p:cNvPr>
          <p:cNvSpPr>
            <a:spLocks noGrp="1"/>
          </p:cNvSpPr>
          <p:nvPr>
            <p:ph type="body" sz="quarter" idx="20"/>
          </p:nvPr>
        </p:nvSpPr>
        <p:spPr bwMode="grayWhite">
          <a:xfrm>
            <a:off x="693821" y="4524375"/>
            <a:ext cx="5530516" cy="2333625"/>
          </a:xfrm>
        </p:spPr>
        <p:txBody>
          <a:bodyPr>
            <a:noAutofit/>
          </a:bodyPr>
          <a:lstStyle/>
          <a:p>
            <a:pPr marL="0" indent="0">
              <a:buNone/>
            </a:pPr>
            <a:r>
              <a:rPr lang="en-US" sz="1000" b="1" dirty="0">
                <a:solidFill>
                  <a:schemeClr val="bg1"/>
                </a:solidFill>
              </a:rPr>
              <a:t>Key Insights</a:t>
            </a:r>
          </a:p>
          <a:p>
            <a:r>
              <a:rPr lang="en-US" sz="1000" dirty="0">
                <a:solidFill>
                  <a:schemeClr val="bg1"/>
                </a:solidFill>
              </a:rPr>
              <a:t>The Standard plan has the highest total users at 260, followed by Basic (226) and Premium (221). Monthly sign-ups increased from 220 (Jan) to 237 (Apr) and 250 (Jul</a:t>
            </a:r>
            <a:r>
              <a:rPr lang="en-US" sz="1000" dirty="0" smtClean="0">
                <a:solidFill>
                  <a:schemeClr val="bg1"/>
                </a:solidFill>
              </a:rPr>
              <a:t>).</a:t>
            </a:r>
          </a:p>
          <a:p>
            <a:r>
              <a:rPr lang="en-US" sz="1000" dirty="0" smtClean="0">
                <a:solidFill>
                  <a:schemeClr val="bg1"/>
                </a:solidFill>
              </a:rPr>
              <a:t> </a:t>
            </a:r>
            <a:r>
              <a:rPr lang="en-US" sz="1000" dirty="0">
                <a:solidFill>
                  <a:schemeClr val="bg1"/>
                </a:solidFill>
              </a:rPr>
              <a:t>In January, most users chose the Standard (83) and Basic (68) plans. In April, the Premium plan (84) led, followed by Basic (75). In July, the Standard plan (99) had the highest uptake, followed by Premium (68).</a:t>
            </a:r>
          </a:p>
          <a:p>
            <a:pPr marL="0" indent="0">
              <a:buNone/>
            </a:pPr>
            <a:r>
              <a:rPr lang="en-US" sz="1000" b="1" dirty="0">
                <a:solidFill>
                  <a:schemeClr val="bg1"/>
                </a:solidFill>
              </a:rPr>
              <a:t>Business Insights</a:t>
            </a:r>
          </a:p>
          <a:p>
            <a:r>
              <a:rPr lang="en-US" sz="1000" dirty="0">
                <a:solidFill>
                  <a:schemeClr val="bg1"/>
                </a:solidFill>
              </a:rPr>
              <a:t>User preference shifts across months suggest that plan popularity is influenced by changing customer needs or promotions. The Standard plan shows the strongest overall demand, making it a key revenue driver. </a:t>
            </a:r>
            <a:endParaRPr lang="en-US" sz="1000" dirty="0" smtClean="0">
              <a:solidFill>
                <a:schemeClr val="bg1"/>
              </a:solidFill>
            </a:endParaRPr>
          </a:p>
          <a:p>
            <a:r>
              <a:rPr lang="en-US" sz="1000" dirty="0" smtClean="0">
                <a:solidFill>
                  <a:schemeClr val="bg1"/>
                </a:solidFill>
              </a:rPr>
              <a:t>The </a:t>
            </a:r>
            <a:r>
              <a:rPr lang="en-US" sz="1000" dirty="0">
                <a:solidFill>
                  <a:schemeClr val="bg1"/>
                </a:solidFill>
              </a:rPr>
              <a:t>business should focus on strengthening the value proposition of the Premium and Basic plans while maintaining the strong performance of the Standard plan.</a:t>
            </a:r>
          </a:p>
        </p:txBody>
      </p:sp>
      <p:sp>
        <p:nvSpPr>
          <p:cNvPr id="7" name="Text Placeholder 6">
            <a:extLst>
              <a:ext uri="{FF2B5EF4-FFF2-40B4-BE49-F238E27FC236}">
                <a16:creationId xmlns:a16="http://schemas.microsoft.com/office/drawing/2014/main" id="{22D6EF90-B98E-4EA6-8AA1-185EE8D4BD25}"/>
              </a:ext>
            </a:extLst>
          </p:cNvPr>
          <p:cNvSpPr>
            <a:spLocks noGrp="1"/>
          </p:cNvSpPr>
          <p:nvPr>
            <p:ph type="body" sz="quarter" idx="21"/>
          </p:nvPr>
        </p:nvSpPr>
        <p:spPr bwMode="grayWhite">
          <a:xfrm>
            <a:off x="6569244" y="4412080"/>
            <a:ext cx="4906824" cy="2333625"/>
          </a:xfrm>
        </p:spPr>
        <p:txBody>
          <a:bodyPr>
            <a:noAutofit/>
          </a:bodyPr>
          <a:lstStyle/>
          <a:p>
            <a:pPr marL="0" indent="0">
              <a:buNone/>
            </a:pPr>
            <a:r>
              <a:rPr lang="en-US" sz="1000" b="1" dirty="0">
                <a:solidFill>
                  <a:schemeClr val="bg1"/>
                </a:solidFill>
              </a:rPr>
              <a:t>Key Insights</a:t>
            </a:r>
          </a:p>
          <a:p>
            <a:r>
              <a:rPr lang="en-US" sz="1000" dirty="0">
                <a:solidFill>
                  <a:schemeClr val="bg1"/>
                </a:solidFill>
              </a:rPr>
              <a:t>Loyal users recorded the highest number of churned customers, with the Standard plan contributing the most churn at 191 customers, while the Premium plan had the lowest churn among loyal users at 174 customers. Across both loyal and new users, high-usage and power users contributed the largest share of churn, whereas very low-usage users consistently recorded the lowest churn counts. Among new users, the Basic plan had the highest churn at 42 customers, while the Standard plan had the lowest at 36 customers.</a:t>
            </a:r>
          </a:p>
          <a:p>
            <a:pPr marL="0" indent="0">
              <a:buNone/>
            </a:pPr>
            <a:r>
              <a:rPr lang="en-US" sz="1000" b="1" dirty="0">
                <a:solidFill>
                  <a:schemeClr val="bg1"/>
                </a:solidFill>
              </a:rPr>
              <a:t>Business Insights</a:t>
            </a:r>
          </a:p>
          <a:p>
            <a:r>
              <a:rPr lang="en-US" sz="1000" dirty="0">
                <a:solidFill>
                  <a:schemeClr val="bg1"/>
                </a:solidFill>
              </a:rPr>
              <a:t>The high churn among loyal and highly engaged users suggests that long-term and active customers may still experience dissatisfaction related to service quality, value, or customer experience. The consistent churn among high-usage customers indicates that heavily engaged users may require more personalized support and retention efforts. The business should strengthen loyalty programs, improve customer engagement strategies, and enhance service quality to retain valuable long-term and high-usage customers.</a:t>
            </a:r>
          </a:p>
          <a:p>
            <a:pPr>
              <a:lnSpc>
                <a:spcPct val="100000"/>
              </a:lnSpc>
            </a:pPr>
            <a:endParaRPr lang="en-US" dirty="0"/>
          </a:p>
        </p:txBody>
      </p:sp>
      <p:sp>
        <p:nvSpPr>
          <p:cNvPr id="2" name="Slide Number Placeholder 1">
            <a:extLst>
              <a:ext uri="{FF2B5EF4-FFF2-40B4-BE49-F238E27FC236}">
                <a16:creationId xmlns:a16="http://schemas.microsoft.com/office/drawing/2014/main" id="{7D609542-DD6D-4EC5-B1B2-054C2BE79B96}"/>
              </a:ext>
            </a:extLst>
          </p:cNvPr>
          <p:cNvSpPr>
            <a:spLocks noGrp="1"/>
          </p:cNvSpPr>
          <p:nvPr>
            <p:ph type="sldNum" sz="quarter" idx="10"/>
          </p:nvPr>
        </p:nvSpPr>
        <p:spPr bwMode="grayWhite">
          <a:xfrm>
            <a:off x="11642558" y="5761740"/>
            <a:ext cx="549442" cy="365125"/>
          </a:xfrm>
        </p:spPr>
        <p:txBody>
          <a:bodyPr/>
          <a:lstStyle/>
          <a:p>
            <a:fld id="{D495E168-DA5E-4888-8D8A-92B118324C14}" type="slidenum">
              <a:rPr lang="ru-RU" smtClean="0"/>
              <a:pPr/>
              <a:t>11</a:t>
            </a:fld>
            <a:endParaRPr lang="ru-RU"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816872"/>
            <a:ext cx="5614737" cy="3493150"/>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1512" y="818079"/>
            <a:ext cx="4824556" cy="3491943"/>
          </a:xfrm>
          <a:prstGeom prst="rect">
            <a:avLst/>
          </a:prstGeom>
        </p:spPr>
      </p:pic>
    </p:spTree>
    <p:extLst>
      <p:ext uri="{BB962C8B-B14F-4D97-AF65-F5344CB8AC3E}">
        <p14:creationId xmlns:p14="http://schemas.microsoft.com/office/powerpoint/2010/main" val="4229275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6E3E42-BD20-4379-871F-3E4B83D6838A}"/>
              </a:ext>
            </a:extLst>
          </p:cNvPr>
          <p:cNvSpPr>
            <a:spLocks noGrp="1"/>
          </p:cNvSpPr>
          <p:nvPr>
            <p:ph type="title"/>
          </p:nvPr>
        </p:nvSpPr>
        <p:spPr bwMode="grayWhite">
          <a:xfrm>
            <a:off x="814218" y="0"/>
            <a:ext cx="6116052" cy="1524185"/>
          </a:xfrm>
        </p:spPr>
        <p:txBody>
          <a:bodyPr>
            <a:normAutofit/>
          </a:bodyPr>
          <a:lstStyle/>
          <a:p>
            <a:r>
              <a:rPr lang="en-ZA" dirty="0" smtClean="0"/>
              <a:t>Recommendations</a:t>
            </a:r>
            <a:endParaRPr lang="ru-RU" dirty="0"/>
          </a:p>
        </p:txBody>
      </p:sp>
      <p:sp>
        <p:nvSpPr>
          <p:cNvPr id="2" name="Slide Number Placeholder 1">
            <a:extLst>
              <a:ext uri="{FF2B5EF4-FFF2-40B4-BE49-F238E27FC236}">
                <a16:creationId xmlns:a16="http://schemas.microsoft.com/office/drawing/2014/main" id="{9FE1CCEE-5676-4586-8866-FA5BE5CA59D6}"/>
              </a:ext>
            </a:extLst>
          </p:cNvPr>
          <p:cNvSpPr>
            <a:spLocks noGrp="1"/>
          </p:cNvSpPr>
          <p:nvPr>
            <p:ph type="sldNum" sz="quarter" idx="10"/>
          </p:nvPr>
        </p:nvSpPr>
        <p:spPr bwMode="grayWhite">
          <a:xfrm>
            <a:off x="11572373" y="5595669"/>
            <a:ext cx="549442" cy="365125"/>
          </a:xfrm>
        </p:spPr>
        <p:txBody>
          <a:bodyPr/>
          <a:lstStyle/>
          <a:p>
            <a:fld id="{D495E168-DA5E-4888-8D8A-92B118324C14}" type="slidenum">
              <a:rPr lang="ru-RU" smtClean="0"/>
              <a:pPr/>
              <a:t>12</a:t>
            </a:fld>
            <a:endParaRPr lang="ru-RU" dirty="0"/>
          </a:p>
        </p:txBody>
      </p:sp>
      <p:sp>
        <p:nvSpPr>
          <p:cNvPr id="7" name="Rectangle 1"/>
          <p:cNvSpPr>
            <a:spLocks noGrp="1" noChangeArrowheads="1"/>
          </p:cNvSpPr>
          <p:nvPr>
            <p:ph type="body" sz="quarter" idx="13"/>
          </p:nvPr>
        </p:nvSpPr>
        <p:spPr bwMode="auto">
          <a:xfrm>
            <a:off x="2951746" y="990458"/>
            <a:ext cx="823762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smtClean="0">
              <a:ln>
                <a:noFill/>
              </a:ln>
              <a:solidFill>
                <a:schemeClr val="bg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smtClean="0">
                <a:ln>
                  <a:noFill/>
                </a:ln>
                <a:solidFill>
                  <a:schemeClr val="bg1"/>
                </a:solidFill>
                <a:effectLst/>
              </a:rPr>
              <a:t>Strengthen customer retention strategies by focusing on high-risk groups such as heavy users, customers with multiple support requests, and users experiencing payment failures. Personalized engagement, loyalty rewards, and proactive customer support can help reduce churn.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smtClean="0">
                <a:ln>
                  <a:noFill/>
                </a:ln>
                <a:solidFill>
                  <a:schemeClr val="bg1"/>
                </a:solidFill>
                <a:effectLst/>
              </a:rPr>
              <a:t>Improve onboarding and early-stage customer engagement, as new and early-stage users consistently show lower retention rates. Guided onboarding, tutorials, and targeted communication can increase customer activation and long-term loyalty.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smtClean="0">
                <a:ln>
                  <a:noFill/>
                </a:ln>
                <a:solidFill>
                  <a:schemeClr val="bg1"/>
                </a:solidFill>
                <a:effectLst/>
              </a:rPr>
              <a:t>Enhance customer support quality and issue resolution processes to reduce dissatisfaction among customers with frequent support requests. Faster response times and proactive follow-ups may improve customer experience and retention.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smtClean="0">
                <a:ln>
                  <a:noFill/>
                </a:ln>
                <a:solidFill>
                  <a:schemeClr val="bg1"/>
                </a:solidFill>
                <a:effectLst/>
              </a:rPr>
              <a:t>Optimize payment systems by reducing transaction failures and introducing automated payment reminders, retry mechanisms, and flexible payment options to minimize churn caused by payment issues.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smtClean="0">
                <a:ln>
                  <a:noFill/>
                </a:ln>
                <a:solidFill>
                  <a:schemeClr val="bg1"/>
                </a:solidFill>
                <a:effectLst/>
              </a:rPr>
              <a:t>Leverage the strong performance of the Standard and loyal-user segments by maintaining competitive value offerings while also improving the attractiveness of Basic and Premium plans through tailored features and pricing strategies.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smtClean="0">
                <a:ln>
                  <a:noFill/>
                </a:ln>
                <a:solidFill>
                  <a:schemeClr val="bg1"/>
                </a:solidFill>
                <a:effectLst/>
              </a:rPr>
              <a:t>Increase marketing and acquisition efforts to attract more new customers, as growth is currently driven more by loyal and returning users than by new-user acquisition.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smtClean="0">
                <a:ln>
                  <a:noFill/>
                </a:ln>
                <a:solidFill>
                  <a:schemeClr val="bg1"/>
                </a:solidFill>
                <a:effectLst/>
              </a:rPr>
              <a:t>Focus on increasing customer engagement among low-usage users through personalized recommendations, feature education, and targeted campaigns to encourage higher product adoption and retention. </a:t>
            </a:r>
          </a:p>
        </p:txBody>
      </p:sp>
    </p:spTree>
    <p:extLst>
      <p:ext uri="{BB962C8B-B14F-4D97-AF65-F5344CB8AC3E}">
        <p14:creationId xmlns:p14="http://schemas.microsoft.com/office/powerpoint/2010/main" val="3929948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6E3E42-BD20-4379-871F-3E4B83D6838A}"/>
              </a:ext>
            </a:extLst>
          </p:cNvPr>
          <p:cNvSpPr>
            <a:spLocks noGrp="1"/>
          </p:cNvSpPr>
          <p:nvPr>
            <p:ph type="title"/>
          </p:nvPr>
        </p:nvSpPr>
        <p:spPr bwMode="grayWhite">
          <a:xfrm>
            <a:off x="814218" y="0"/>
            <a:ext cx="6116052" cy="1524185"/>
          </a:xfrm>
        </p:spPr>
        <p:txBody>
          <a:bodyPr>
            <a:normAutofit/>
          </a:bodyPr>
          <a:lstStyle/>
          <a:p>
            <a:r>
              <a:rPr lang="en-ZA" dirty="0" smtClean="0"/>
              <a:t>Conclusions</a:t>
            </a:r>
            <a:endParaRPr lang="ru-RU" dirty="0"/>
          </a:p>
        </p:txBody>
      </p:sp>
      <p:sp>
        <p:nvSpPr>
          <p:cNvPr id="2" name="Slide Number Placeholder 1">
            <a:extLst>
              <a:ext uri="{FF2B5EF4-FFF2-40B4-BE49-F238E27FC236}">
                <a16:creationId xmlns:a16="http://schemas.microsoft.com/office/drawing/2014/main" id="{9FE1CCEE-5676-4586-8866-FA5BE5CA59D6}"/>
              </a:ext>
            </a:extLst>
          </p:cNvPr>
          <p:cNvSpPr>
            <a:spLocks noGrp="1"/>
          </p:cNvSpPr>
          <p:nvPr>
            <p:ph type="sldNum" sz="quarter" idx="10"/>
          </p:nvPr>
        </p:nvSpPr>
        <p:spPr bwMode="grayWhite">
          <a:xfrm>
            <a:off x="11572373" y="5595669"/>
            <a:ext cx="549442" cy="365125"/>
          </a:xfrm>
        </p:spPr>
        <p:txBody>
          <a:bodyPr/>
          <a:lstStyle/>
          <a:p>
            <a:fld id="{D495E168-DA5E-4888-8D8A-92B118324C14}" type="slidenum">
              <a:rPr lang="ru-RU" smtClean="0"/>
              <a:pPr/>
              <a:t>13</a:t>
            </a:fld>
            <a:endParaRPr lang="ru-RU" dirty="0"/>
          </a:p>
        </p:txBody>
      </p:sp>
      <p:sp>
        <p:nvSpPr>
          <p:cNvPr id="7" name="Rectangle 1"/>
          <p:cNvSpPr>
            <a:spLocks noGrp="1" noChangeArrowheads="1"/>
          </p:cNvSpPr>
          <p:nvPr>
            <p:ph type="body" sz="quarter" idx="13"/>
          </p:nvPr>
        </p:nvSpPr>
        <p:spPr bwMode="auto">
          <a:xfrm>
            <a:off x="2679113" y="1079346"/>
            <a:ext cx="8502314" cy="5892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400" dirty="0" smtClean="0">
                <a:solidFill>
                  <a:schemeClr val="bg1"/>
                </a:solidFill>
              </a:rPr>
              <a:t>The </a:t>
            </a:r>
            <a:r>
              <a:rPr lang="en-US" sz="1400" dirty="0">
                <a:solidFill>
                  <a:schemeClr val="bg1"/>
                </a:solidFill>
              </a:rPr>
              <a:t>analysis indicates that the business is experiencing steady growth in customer numbers over time, with increases recorded from January to July. The Standard plan consistently attracted the highest number of users, while loyal customers formed the largest and most stable customer segment across the business. This demonstrates that the company has a strong base of returning customers who contribute significantly to retention and long-term business performance.</a:t>
            </a:r>
          </a:p>
          <a:p>
            <a:r>
              <a:rPr lang="en-US" sz="1400" dirty="0">
                <a:solidFill>
                  <a:schemeClr val="bg1"/>
                </a:solidFill>
              </a:rPr>
              <a:t>Despite this growth, churn rates remain relatively high and stable across the analyzed months, indicating ongoing customer retention challenges. The findings show that churn is not heavily concentrated within a single subscription plan, suggesting that broader factors such as customer experience, service quality, and engagement are influencing customer cancellations across all plans.</a:t>
            </a:r>
          </a:p>
          <a:p>
            <a:r>
              <a:rPr lang="en-US" sz="1400" dirty="0">
                <a:solidFill>
                  <a:schemeClr val="bg1"/>
                </a:solidFill>
              </a:rPr>
              <a:t>The analysis also revealed that customers with very high usage levels, multiple support requests, and repeated payment failures are more likely to churn. This suggests that highly engaged customers may experience unmet expectations, service frustrations, or dissatisfaction that increases the likelihood of cancellation. Similarly, customers with frequent support requests may not be receiving effective issue resolution, while payment failures appear to negatively affect customer retention and subscription continuity.</a:t>
            </a:r>
          </a:p>
          <a:p>
            <a:r>
              <a:rPr lang="en-US" sz="1400" dirty="0">
                <a:solidFill>
                  <a:schemeClr val="bg1"/>
                </a:solidFill>
              </a:rPr>
              <a:t>Retention analysis showed that loyal and established users consistently have the highest retention rates, while new and early-stage users have the lowest retention across plans, usage levels, and months. This indicates that the business is successful at maintaining long-term customers but faces challenges in retaining customers during the early stages of their journey. Additionally, low-usage customers showed weaker retention levels, highlighting the importance of improving customer engagement and product adoption.</a:t>
            </a:r>
          </a:p>
          <a:p>
            <a:r>
              <a:rPr lang="en-US" sz="1400" dirty="0">
                <a:solidFill>
                  <a:schemeClr val="bg1"/>
                </a:solidFill>
              </a:rPr>
              <a:t>Overall, the findings suggest that the business has a strong loyal customer base and positive customer growth trends, but improving retention should remain a key priority. Strengthening onboarding processes, improving customer support quality, reducing payment-related issues, and increasing customer engagement will be essential for reducing churn, improving customer satisfaction, and supporting sustainable long-term business growth.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smtClean="0">
              <a:ln>
                <a:noFill/>
              </a:ln>
              <a:solidFill>
                <a:schemeClr val="bg1"/>
              </a:solidFill>
              <a:effectLst/>
            </a:endParaRPr>
          </a:p>
        </p:txBody>
      </p:sp>
    </p:spTree>
    <p:extLst>
      <p:ext uri="{BB962C8B-B14F-4D97-AF65-F5344CB8AC3E}">
        <p14:creationId xmlns:p14="http://schemas.microsoft.com/office/powerpoint/2010/main" val="1548831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descr="Low Angle View of Office Building Against Blue Sky">
            <a:extLst>
              <a:ext uri="{FF2B5EF4-FFF2-40B4-BE49-F238E27FC236}">
                <a16:creationId xmlns:a16="http://schemas.microsoft.com/office/drawing/2014/main" id="{40946D55-3A70-4E32-99AB-8D71063AAEDE}"/>
              </a:ext>
            </a:extLst>
          </p:cNvPr>
          <p:cNvPicPr>
            <a:picLocks noGrp="1" noChangeAspect="1"/>
          </p:cNvPicPr>
          <p:nvPr>
            <p:ph type="pic" sz="quarter" idx="26"/>
          </p:nvPr>
        </p:nvPicPr>
        <p:blipFill rotWithShape="1">
          <a:blip r:embed="rId2"/>
          <a:srcRect l="2749" r="2749"/>
          <a:stretch/>
        </p:blipFill>
        <p:spPr>
          <a:xfrm>
            <a:off x="0" y="0"/>
            <a:ext cx="7880084" cy="6858000"/>
          </a:xfrm>
        </p:spPr>
      </p:pic>
      <p:sp>
        <p:nvSpPr>
          <p:cNvPr id="2" name="Title 1">
            <a:extLst>
              <a:ext uri="{FF2B5EF4-FFF2-40B4-BE49-F238E27FC236}">
                <a16:creationId xmlns:a16="http://schemas.microsoft.com/office/drawing/2014/main" id="{D110F751-9975-4653-9855-BA1C7499B75F}"/>
              </a:ext>
            </a:extLst>
          </p:cNvPr>
          <p:cNvSpPr>
            <a:spLocks noGrp="1"/>
          </p:cNvSpPr>
          <p:nvPr>
            <p:ph type="title"/>
          </p:nvPr>
        </p:nvSpPr>
        <p:spPr/>
        <p:txBody>
          <a:bodyPr/>
          <a:lstStyle/>
          <a:p>
            <a:r>
              <a:rPr lang="en-US" dirty="0"/>
              <a:t>THANK</a:t>
            </a:r>
            <a:br>
              <a:rPr lang="en-US" dirty="0"/>
            </a:br>
            <a:r>
              <a:rPr lang="en-US" dirty="0"/>
              <a:t>YOU!</a:t>
            </a:r>
            <a:endParaRPr lang="ru-RU" dirty="0"/>
          </a:p>
        </p:txBody>
      </p:sp>
    </p:spTree>
    <p:extLst>
      <p:ext uri="{BB962C8B-B14F-4D97-AF65-F5344CB8AC3E}">
        <p14:creationId xmlns:p14="http://schemas.microsoft.com/office/powerpoint/2010/main" val="2314201511"/>
      </p:ext>
    </p:extLst>
  </p:cSld>
  <p:clrMapOvr>
    <a:masterClrMapping/>
  </p:clrMapOvr>
</p:sld>
</file>

<file path=ppt/theme/theme1.xml><?xml version="1.0" encoding="utf-8"?>
<a:theme xmlns:a="http://schemas.openxmlformats.org/drawingml/2006/main" name="Office Theme">
  <a:themeElements>
    <a:clrScheme name="Custom 25">
      <a:dk1>
        <a:sysClr val="windowText" lastClr="000000"/>
      </a:dk1>
      <a:lt1>
        <a:sysClr val="window" lastClr="FFFFFF"/>
      </a:lt1>
      <a:dk2>
        <a:srgbClr val="FFCD00"/>
      </a:dk2>
      <a:lt2>
        <a:srgbClr val="00AEDE"/>
      </a:lt2>
      <a:accent1>
        <a:srgbClr val="002E62"/>
      </a:accent1>
      <a:accent2>
        <a:srgbClr val="004CB9"/>
      </a:accent2>
      <a:accent3>
        <a:srgbClr val="FF9D00"/>
      </a:accent3>
      <a:accent4>
        <a:srgbClr val="57A773"/>
      </a:accent4>
      <a:accent5>
        <a:srgbClr val="D11149"/>
      </a:accent5>
      <a:accent6>
        <a:srgbClr val="00111F"/>
      </a:accent6>
      <a:hlink>
        <a:srgbClr val="FFFFFF"/>
      </a:hlink>
      <a:folHlink>
        <a:srgbClr val="FFFFFF"/>
      </a:folHlink>
    </a:clrScheme>
    <a:fontScheme name="Custom 22">
      <a:majorFont>
        <a:latin typeface="Verdana"/>
        <a:ea typeface=""/>
        <a:cs typeface=""/>
      </a:majorFont>
      <a:minorFont>
        <a:latin typeface="Lucida Grand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NBPL_GeneralDesign02_MO - v4" id="{6FF23145-4007-4574-94C2-B80E45F46FD9}" vid="{0FB396FC-CF2E-452A-9B17-DA6C73B135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807890-83DC-4772-9CAD-F7CB30099A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47A0EF5-23A9-4627-BC46-745B7DD804D2}">
  <ds:schemaRefs>
    <ds:schemaRef ds:uri="http://purl.org/dc/dcmitype/"/>
    <ds:schemaRef ds:uri="6dc4bcd6-49db-4c07-9060-8acfc67cef9f"/>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fb0879af-3eba-417a-a55a-ffe6dcd6ca77"/>
    <ds:schemaRef ds:uri="http://schemas.microsoft.com/sharepoint/v3"/>
    <ds:schemaRef ds:uri="http://www.w3.org/XML/1998/namespace"/>
  </ds:schemaRefs>
</ds:datastoreItem>
</file>

<file path=customXml/itemProps3.xml><?xml version="1.0" encoding="utf-8"?>
<ds:datastoreItem xmlns:ds="http://schemas.openxmlformats.org/officeDocument/2006/customXml" ds:itemID="{8C5154C8-4BB5-43F2-9F6C-5E79271A0D5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Universal presentation</Template>
  <TotalTime>0</TotalTime>
  <Words>2555</Words>
  <Application>Microsoft Office PowerPoint</Application>
  <PresentationFormat>Widescreen</PresentationFormat>
  <Paragraphs>137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Lucida Grande</vt:lpstr>
      <vt:lpstr>Verdana</vt:lpstr>
      <vt:lpstr>Wingdings</vt:lpstr>
      <vt:lpstr>Office Theme</vt:lpstr>
      <vt:lpstr>Customer Retention &amp; Churn Analysis </vt:lpstr>
      <vt:lpstr>TABLE OF Content</vt:lpstr>
      <vt:lpstr>TABLE OF Content</vt:lpstr>
      <vt:lpstr>Introduction</vt:lpstr>
      <vt:lpstr>Introduction</vt:lpstr>
      <vt:lpstr>Churn Rate by Plan &amp; Usage</vt:lpstr>
      <vt:lpstr>Churn Rate by Support Requests &amp; Payment Failures</vt:lpstr>
      <vt:lpstr>Retention Rate by Plan &amp; Usage</vt:lpstr>
      <vt:lpstr>Retention Rate &amp; Customer by Subscription Duration</vt:lpstr>
      <vt:lpstr>Customer Cohorts Analysis</vt:lpstr>
      <vt:lpstr>Customer Cohorts and lifetime Patterns</vt:lpstr>
      <vt:lpstr>Recommendations</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2026-05-25T16:15:57Z</dcterms:created>
  <dcterms:modified xsi:type="dcterms:W3CDTF">2026-05-25T23:36:11Z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